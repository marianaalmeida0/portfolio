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12"/>
  </p:notesMasterIdLst>
  <p:handoutMasterIdLst>
    <p:handoutMasterId r:id="rId13"/>
  </p:handoutMasterIdLst>
  <p:sldIdLst>
    <p:sldId id="256" r:id="rId2"/>
    <p:sldId id="289" r:id="rId3"/>
    <p:sldId id="258" r:id="rId4"/>
    <p:sldId id="290" r:id="rId5"/>
    <p:sldId id="291" r:id="rId6"/>
    <p:sldId id="294" r:id="rId7"/>
    <p:sldId id="293" r:id="rId8"/>
    <p:sldId id="295" r:id="rId9"/>
    <p:sldId id="296" r:id="rId10"/>
    <p:sldId id="297" r:id="rId11"/>
  </p:sldIdLst>
  <p:sldSz cx="9144000" cy="5143500" type="screen16x9"/>
  <p:notesSz cx="6858000" cy="9144000"/>
  <p:embeddedFontLst>
    <p:embeddedFont>
      <p:font typeface="Fira Sans" panose="020B0503050000020004" pitchFamily="34" charset="0"/>
      <p:regular r:id="rId14"/>
      <p:bold r:id="rId15"/>
      <p:italic r:id="rId16"/>
      <p:boldItalic r:id="rId17"/>
    </p:embeddedFont>
    <p:embeddedFont>
      <p:font typeface="Roboto" panose="02000000000000000000" pitchFamily="2" charset="0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288">
          <p15:clr>
            <a:srgbClr val="9AA0A6"/>
          </p15:clr>
        </p15:guide>
        <p15:guide id="2" orient="horz" pos="261">
          <p15:clr>
            <a:srgbClr val="9AA0A6"/>
          </p15:clr>
        </p15:guide>
        <p15:guide id="3" orient="horz" pos="2984">
          <p15:clr>
            <a:srgbClr val="9AA0A6"/>
          </p15:clr>
        </p15:guide>
        <p15:guide id="4" pos="5464">
          <p15:clr>
            <a:srgbClr val="9AA0A6"/>
          </p15:clr>
        </p15:guide>
        <p15:guide id="5" pos="2880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D7E7C"/>
    <a:srgbClr val="6ED3D2"/>
    <a:srgbClr val="7DB9FD"/>
    <a:srgbClr val="2C4E93"/>
    <a:srgbClr val="1CACA9"/>
    <a:srgbClr val="3C7EC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696DC21-91F3-4DB7-AEAA-90C6DEBA2095}" v="4" dt="2024-06-10T14:11:11.888"/>
    <p1510:client id="{96C26C18-8261-4F2A-BFDF-BB99BD7D7FCF}" v="1923" dt="2024-06-10T10:46:08.243"/>
    <p1510:client id="{EAACDC6B-249F-4117-9E0F-1D3FBEA2CF56}" v="10" dt="2024-06-10T09:47:31.35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58" autoAdjust="0"/>
    <p:restoredTop sz="95033" autoAdjust="0"/>
  </p:normalViewPr>
  <p:slideViewPr>
    <p:cSldViewPr snapToGrid="0">
      <p:cViewPr varScale="1">
        <p:scale>
          <a:sx n="109" d="100"/>
          <a:sy n="109" d="100"/>
        </p:scale>
        <p:origin x="706" y="82"/>
      </p:cViewPr>
      <p:guideLst>
        <p:guide pos="288"/>
        <p:guide orient="horz" pos="261"/>
        <p:guide orient="horz" pos="2984"/>
        <p:guide pos="5464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openxmlformats.org/officeDocument/2006/relationships/font" Target="fonts/font5.fntdata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4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>
            <a:extLst>
              <a:ext uri="{FF2B5EF4-FFF2-40B4-BE49-F238E27FC236}">
                <a16:creationId xmlns:a16="http://schemas.microsoft.com/office/drawing/2014/main" id="{8CB3CC03-2492-B047-BE2B-5913CD7ED6F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Marcador de Posição da Data 2">
            <a:extLst>
              <a:ext uri="{FF2B5EF4-FFF2-40B4-BE49-F238E27FC236}">
                <a16:creationId xmlns:a16="http://schemas.microsoft.com/office/drawing/2014/main" id="{722B98C8-C7AD-89D0-6B80-C72A348E669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95EE5D-0D25-4C59-8873-C946DE969821}" type="datetimeFigureOut">
              <a:rPr lang="pt-PT" smtClean="0"/>
              <a:t>11/06/2024</a:t>
            </a:fld>
            <a:endParaRPr lang="pt-PT"/>
          </a:p>
        </p:txBody>
      </p:sp>
      <p:sp>
        <p:nvSpPr>
          <p:cNvPr id="4" name="Marcador de Posição do Rodapé 3">
            <a:extLst>
              <a:ext uri="{FF2B5EF4-FFF2-40B4-BE49-F238E27FC236}">
                <a16:creationId xmlns:a16="http://schemas.microsoft.com/office/drawing/2014/main" id="{52FFB4D8-D4F4-0BD8-7070-C80A4C7C5F4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055E0635-BDA6-9C0A-43C1-7C421E14B62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9065E2-5E5C-499C-B9B0-BF43E8438DD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24076876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hdr="0" ft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9" name="Google Shape;2269;g965fa5e38f_0_15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0" name="Google Shape;2270;g965fa5e38f_0_15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622845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965fa5e38f_0_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8" name="Google Shape;388;g965fa5e38f_0_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1" name="Google Shape;2741;g965fa5e38f_0_16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2" name="Google Shape;2742;g965fa5e38f_0_16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673077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g965fa5e38f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1" name="Google Shape;491;g965fa5e38f_0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5956104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g965fa5e38f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1" name="Google Shape;491;g965fa5e38f_0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444556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g965fa5e38f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1" name="Google Shape;491;g965fa5e38f_0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012642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g965fa5e38f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8" name="Google Shape;458;g965fa5e38f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8906887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8" name="Google Shape;2338;g965fa5e38f_0_17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9" name="Google Shape;2339;g965fa5e38f_0_17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40932755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102893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 txBox="1"/>
          <p:nvPr/>
        </p:nvSpPr>
        <p:spPr>
          <a:xfrm>
            <a:off x="4606768" y="959138"/>
            <a:ext cx="3909674" cy="15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pt-PT" sz="3600" b="1" dirty="0">
                <a:latin typeface="Fira Sans"/>
                <a:ea typeface="Fira Sans"/>
                <a:cs typeface="Fira Sans"/>
                <a:sym typeface="Fira Sans"/>
              </a:rPr>
              <a:t>Análise de dados com </a:t>
            </a:r>
            <a:r>
              <a:rPr lang="pt-PT" sz="3600" b="1" dirty="0" err="1">
                <a:latin typeface="Fira Sans"/>
                <a:ea typeface="Fira Sans"/>
                <a:cs typeface="Fira Sans"/>
                <a:sym typeface="Fira Sans"/>
              </a:rPr>
              <a:t>PowerBI</a:t>
            </a:r>
            <a:r>
              <a:rPr lang="pt-PT" sz="3600" b="1" dirty="0">
                <a:latin typeface="Fira Sans"/>
                <a:ea typeface="Fira Sans"/>
                <a:cs typeface="Fira Sans"/>
                <a:sym typeface="Fira Sans"/>
              </a:rPr>
              <a:t> </a:t>
            </a:r>
            <a:endParaRPr lang="pt-PT" sz="3600" b="1" dirty="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9" name="Google Shape;59;p15"/>
          <p:cNvSpPr txBox="1"/>
          <p:nvPr/>
        </p:nvSpPr>
        <p:spPr>
          <a:xfrm>
            <a:off x="4373914" y="2506855"/>
            <a:ext cx="4375381" cy="8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b="1" dirty="0">
                <a:latin typeface="Roboto"/>
                <a:ea typeface="Roboto"/>
                <a:cs typeface="Roboto"/>
                <a:sym typeface="Roboto"/>
              </a:rPr>
              <a:t>Aplicações Informáticas em Engenharia Biomédica</a:t>
            </a:r>
          </a:p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b="1" dirty="0">
                <a:latin typeface="Roboto"/>
                <a:ea typeface="Roboto"/>
                <a:cs typeface="Roboto"/>
                <a:sym typeface="Roboto"/>
              </a:rPr>
              <a:t>Informática Médica</a:t>
            </a:r>
            <a:endParaRPr b="1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2" name="Agrupar 1">
            <a:extLst>
              <a:ext uri="{FF2B5EF4-FFF2-40B4-BE49-F238E27FC236}">
                <a16:creationId xmlns:a16="http://schemas.microsoft.com/office/drawing/2014/main" id="{A2C37F01-9667-BB9B-5A3B-5E4AF3179A7C}"/>
              </a:ext>
            </a:extLst>
          </p:cNvPr>
          <p:cNvGrpSpPr/>
          <p:nvPr/>
        </p:nvGrpSpPr>
        <p:grpSpPr>
          <a:xfrm>
            <a:off x="814185" y="902911"/>
            <a:ext cx="3240000" cy="3240000"/>
            <a:chOff x="484572" y="414675"/>
            <a:chExt cx="4305073" cy="4322349"/>
          </a:xfrm>
        </p:grpSpPr>
        <p:sp>
          <p:nvSpPr>
            <p:cNvPr id="60" name="Google Shape;60;p15"/>
            <p:cNvSpPr/>
            <p:nvPr/>
          </p:nvSpPr>
          <p:spPr>
            <a:xfrm>
              <a:off x="648694" y="3404739"/>
              <a:ext cx="3976681" cy="1332270"/>
            </a:xfrm>
            <a:custGeom>
              <a:avLst/>
              <a:gdLst/>
              <a:ahLst/>
              <a:cxnLst/>
              <a:rect l="l" t="t" r="r" b="b"/>
              <a:pathLst>
                <a:path w="52943" h="17737" extrusionOk="0">
                  <a:moveTo>
                    <a:pt x="1" y="0"/>
                  </a:moveTo>
                  <a:cubicBezTo>
                    <a:pt x="4312" y="10413"/>
                    <a:pt x="14540" y="17736"/>
                    <a:pt x="26472" y="17736"/>
                  </a:cubicBezTo>
                  <a:cubicBezTo>
                    <a:pt x="38403" y="17736"/>
                    <a:pt x="48632" y="10414"/>
                    <a:pt x="52943" y="0"/>
                  </a:cubicBezTo>
                  <a:close/>
                </a:path>
              </a:pathLst>
            </a:custGeom>
            <a:solidFill>
              <a:srgbClr val="707D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15"/>
            <p:cNvSpPr/>
            <p:nvPr/>
          </p:nvSpPr>
          <p:spPr>
            <a:xfrm>
              <a:off x="622630" y="3338566"/>
              <a:ext cx="4028884" cy="139784"/>
            </a:xfrm>
            <a:custGeom>
              <a:avLst/>
              <a:gdLst/>
              <a:ahLst/>
              <a:cxnLst/>
              <a:rect l="l" t="t" r="r" b="b"/>
              <a:pathLst>
                <a:path w="53638" h="1861" extrusionOk="0">
                  <a:moveTo>
                    <a:pt x="1" y="0"/>
                  </a:moveTo>
                  <a:cubicBezTo>
                    <a:pt x="237" y="633"/>
                    <a:pt x="496" y="1252"/>
                    <a:pt x="774" y="1861"/>
                  </a:cubicBezTo>
                  <a:lnTo>
                    <a:pt x="52864" y="1861"/>
                  </a:lnTo>
                  <a:cubicBezTo>
                    <a:pt x="53143" y="1252"/>
                    <a:pt x="53401" y="631"/>
                    <a:pt x="5363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15"/>
            <p:cNvSpPr/>
            <p:nvPr/>
          </p:nvSpPr>
          <p:spPr>
            <a:xfrm>
              <a:off x="680767" y="3478349"/>
              <a:ext cx="3912535" cy="209038"/>
            </a:xfrm>
            <a:custGeom>
              <a:avLst/>
              <a:gdLst/>
              <a:ahLst/>
              <a:cxnLst/>
              <a:rect l="l" t="t" r="r" b="b"/>
              <a:pathLst>
                <a:path w="52089" h="2783" extrusionOk="0">
                  <a:moveTo>
                    <a:pt x="0" y="1"/>
                  </a:moveTo>
                  <a:cubicBezTo>
                    <a:pt x="439" y="957"/>
                    <a:pt x="929" y="1885"/>
                    <a:pt x="1466" y="2783"/>
                  </a:cubicBezTo>
                  <a:lnTo>
                    <a:pt x="50624" y="2783"/>
                  </a:lnTo>
                  <a:cubicBezTo>
                    <a:pt x="51161" y="1885"/>
                    <a:pt x="51650" y="957"/>
                    <a:pt x="52089" y="1"/>
                  </a:cubicBezTo>
                  <a:close/>
                </a:path>
              </a:pathLst>
            </a:custGeom>
            <a:solidFill>
              <a:srgbClr val="9FB0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15"/>
            <p:cNvSpPr/>
            <p:nvPr/>
          </p:nvSpPr>
          <p:spPr>
            <a:xfrm>
              <a:off x="484572" y="414675"/>
              <a:ext cx="4305073" cy="4322349"/>
            </a:xfrm>
            <a:custGeom>
              <a:avLst/>
              <a:gdLst/>
              <a:ahLst/>
              <a:cxnLst/>
              <a:rect l="l" t="t" r="r" b="b"/>
              <a:pathLst>
                <a:path w="57315" h="57545" extrusionOk="0">
                  <a:moveTo>
                    <a:pt x="28657" y="0"/>
                  </a:moveTo>
                  <a:cubicBezTo>
                    <a:pt x="21056" y="0"/>
                    <a:pt x="13767" y="3032"/>
                    <a:pt x="8393" y="8427"/>
                  </a:cubicBezTo>
                  <a:cubicBezTo>
                    <a:pt x="3019" y="13823"/>
                    <a:pt x="0" y="21141"/>
                    <a:pt x="0" y="28772"/>
                  </a:cubicBezTo>
                  <a:cubicBezTo>
                    <a:pt x="0" y="36403"/>
                    <a:pt x="3019" y="43721"/>
                    <a:pt x="8393" y="49117"/>
                  </a:cubicBezTo>
                  <a:cubicBezTo>
                    <a:pt x="13767" y="54513"/>
                    <a:pt x="21056" y="57544"/>
                    <a:pt x="28657" y="57544"/>
                  </a:cubicBezTo>
                  <a:cubicBezTo>
                    <a:pt x="36257" y="57544"/>
                    <a:pt x="43546" y="54513"/>
                    <a:pt x="48920" y="49117"/>
                  </a:cubicBezTo>
                  <a:cubicBezTo>
                    <a:pt x="54295" y="43721"/>
                    <a:pt x="57314" y="36403"/>
                    <a:pt x="57314" y="28772"/>
                  </a:cubicBezTo>
                  <a:cubicBezTo>
                    <a:pt x="57314" y="21141"/>
                    <a:pt x="54295" y="13823"/>
                    <a:pt x="48920" y="8427"/>
                  </a:cubicBezTo>
                  <a:cubicBezTo>
                    <a:pt x="43546" y="3032"/>
                    <a:pt x="36257" y="0"/>
                    <a:pt x="28657" y="0"/>
                  </a:cubicBezTo>
                  <a:close/>
                </a:path>
              </a:pathLst>
            </a:custGeom>
            <a:solidFill>
              <a:srgbClr val="A8E8EB">
                <a:alpha val="266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15"/>
            <p:cNvSpPr/>
            <p:nvPr/>
          </p:nvSpPr>
          <p:spPr>
            <a:xfrm>
              <a:off x="648694" y="3404739"/>
              <a:ext cx="3976681" cy="1332270"/>
            </a:xfrm>
            <a:custGeom>
              <a:avLst/>
              <a:gdLst/>
              <a:ahLst/>
              <a:cxnLst/>
              <a:rect l="l" t="t" r="r" b="b"/>
              <a:pathLst>
                <a:path w="52943" h="17737" extrusionOk="0">
                  <a:moveTo>
                    <a:pt x="1" y="0"/>
                  </a:moveTo>
                  <a:cubicBezTo>
                    <a:pt x="4312" y="10413"/>
                    <a:pt x="14540" y="17736"/>
                    <a:pt x="26472" y="17736"/>
                  </a:cubicBezTo>
                  <a:cubicBezTo>
                    <a:pt x="38403" y="17736"/>
                    <a:pt x="48632" y="10414"/>
                    <a:pt x="52943" y="0"/>
                  </a:cubicBezTo>
                  <a:close/>
                </a:path>
              </a:pathLst>
            </a:custGeom>
            <a:solidFill>
              <a:srgbClr val="707D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15"/>
            <p:cNvSpPr/>
            <p:nvPr/>
          </p:nvSpPr>
          <p:spPr>
            <a:xfrm>
              <a:off x="1725215" y="1321203"/>
              <a:ext cx="532473" cy="302403"/>
            </a:xfrm>
            <a:custGeom>
              <a:avLst/>
              <a:gdLst/>
              <a:ahLst/>
              <a:cxnLst/>
              <a:rect l="l" t="t" r="r" b="b"/>
              <a:pathLst>
                <a:path w="7089" h="4026" extrusionOk="0">
                  <a:moveTo>
                    <a:pt x="2542" y="1"/>
                  </a:moveTo>
                  <a:cubicBezTo>
                    <a:pt x="1665" y="1"/>
                    <a:pt x="952" y="710"/>
                    <a:pt x="942" y="1588"/>
                  </a:cubicBezTo>
                  <a:cubicBezTo>
                    <a:pt x="403" y="1720"/>
                    <a:pt x="1" y="2207"/>
                    <a:pt x="1" y="2789"/>
                  </a:cubicBezTo>
                  <a:cubicBezTo>
                    <a:pt x="1" y="3472"/>
                    <a:pt x="552" y="4026"/>
                    <a:pt x="1232" y="4026"/>
                  </a:cubicBezTo>
                  <a:lnTo>
                    <a:pt x="5853" y="4026"/>
                  </a:lnTo>
                  <a:cubicBezTo>
                    <a:pt x="6534" y="4026"/>
                    <a:pt x="7085" y="3472"/>
                    <a:pt x="7085" y="2789"/>
                  </a:cubicBezTo>
                  <a:cubicBezTo>
                    <a:pt x="7088" y="2106"/>
                    <a:pt x="6536" y="1553"/>
                    <a:pt x="5854" y="1553"/>
                  </a:cubicBezTo>
                  <a:cubicBezTo>
                    <a:pt x="5729" y="1553"/>
                    <a:pt x="5608" y="1571"/>
                    <a:pt x="5494" y="1606"/>
                  </a:cubicBezTo>
                  <a:cubicBezTo>
                    <a:pt x="5352" y="1121"/>
                    <a:pt x="4907" y="767"/>
                    <a:pt x="4378" y="767"/>
                  </a:cubicBezTo>
                  <a:cubicBezTo>
                    <a:pt x="4228" y="767"/>
                    <a:pt x="4084" y="797"/>
                    <a:pt x="3953" y="849"/>
                  </a:cubicBezTo>
                  <a:cubicBezTo>
                    <a:pt x="3683" y="346"/>
                    <a:pt x="3152" y="1"/>
                    <a:pt x="254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15"/>
            <p:cNvSpPr/>
            <p:nvPr/>
          </p:nvSpPr>
          <p:spPr>
            <a:xfrm>
              <a:off x="1589861" y="1529114"/>
              <a:ext cx="347320" cy="197321"/>
            </a:xfrm>
            <a:custGeom>
              <a:avLst/>
              <a:gdLst/>
              <a:ahLst/>
              <a:cxnLst/>
              <a:rect l="l" t="t" r="r" b="b"/>
              <a:pathLst>
                <a:path w="4624" h="2627" extrusionOk="0">
                  <a:moveTo>
                    <a:pt x="1658" y="0"/>
                  </a:moveTo>
                  <a:cubicBezTo>
                    <a:pt x="1085" y="0"/>
                    <a:pt x="621" y="464"/>
                    <a:pt x="615" y="1037"/>
                  </a:cubicBezTo>
                  <a:cubicBezTo>
                    <a:pt x="263" y="1122"/>
                    <a:pt x="1" y="1440"/>
                    <a:pt x="1" y="1820"/>
                  </a:cubicBezTo>
                  <a:cubicBezTo>
                    <a:pt x="1" y="2265"/>
                    <a:pt x="360" y="2627"/>
                    <a:pt x="804" y="2627"/>
                  </a:cubicBezTo>
                  <a:lnTo>
                    <a:pt x="3818" y="2627"/>
                  </a:lnTo>
                  <a:cubicBezTo>
                    <a:pt x="4262" y="2627"/>
                    <a:pt x="4621" y="2266"/>
                    <a:pt x="4621" y="1820"/>
                  </a:cubicBezTo>
                  <a:cubicBezTo>
                    <a:pt x="4623" y="1372"/>
                    <a:pt x="4263" y="1011"/>
                    <a:pt x="3820" y="1011"/>
                  </a:cubicBezTo>
                  <a:cubicBezTo>
                    <a:pt x="3738" y="1011"/>
                    <a:pt x="3659" y="1024"/>
                    <a:pt x="3585" y="1047"/>
                  </a:cubicBezTo>
                  <a:cubicBezTo>
                    <a:pt x="3493" y="731"/>
                    <a:pt x="3202" y="500"/>
                    <a:pt x="2856" y="500"/>
                  </a:cubicBezTo>
                  <a:cubicBezTo>
                    <a:pt x="2758" y="500"/>
                    <a:pt x="2666" y="519"/>
                    <a:pt x="2579" y="553"/>
                  </a:cubicBezTo>
                  <a:cubicBezTo>
                    <a:pt x="2403" y="225"/>
                    <a:pt x="2057" y="0"/>
                    <a:pt x="1658" y="0"/>
                  </a:cubicBezTo>
                  <a:close/>
                </a:path>
              </a:pathLst>
            </a:custGeom>
            <a:solidFill>
              <a:srgbClr val="DEFA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15"/>
            <p:cNvSpPr/>
            <p:nvPr/>
          </p:nvSpPr>
          <p:spPr>
            <a:xfrm>
              <a:off x="3347884" y="1966943"/>
              <a:ext cx="505808" cy="81572"/>
            </a:xfrm>
            <a:custGeom>
              <a:avLst/>
              <a:gdLst/>
              <a:ahLst/>
              <a:cxnLst/>
              <a:rect l="l" t="t" r="r" b="b"/>
              <a:pathLst>
                <a:path w="6734" h="1086" extrusionOk="0">
                  <a:moveTo>
                    <a:pt x="542" y="1"/>
                  </a:moveTo>
                  <a:cubicBezTo>
                    <a:pt x="243" y="1"/>
                    <a:pt x="0" y="243"/>
                    <a:pt x="0" y="543"/>
                  </a:cubicBezTo>
                  <a:cubicBezTo>
                    <a:pt x="0" y="842"/>
                    <a:pt x="243" y="1085"/>
                    <a:pt x="542" y="1085"/>
                  </a:cubicBezTo>
                  <a:lnTo>
                    <a:pt x="6191" y="1085"/>
                  </a:lnTo>
                  <a:cubicBezTo>
                    <a:pt x="6491" y="1085"/>
                    <a:pt x="6734" y="842"/>
                    <a:pt x="6734" y="543"/>
                  </a:cubicBezTo>
                  <a:cubicBezTo>
                    <a:pt x="6734" y="243"/>
                    <a:pt x="6492" y="1"/>
                    <a:pt x="619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15"/>
            <p:cNvSpPr/>
            <p:nvPr/>
          </p:nvSpPr>
          <p:spPr>
            <a:xfrm>
              <a:off x="3428706" y="1902196"/>
              <a:ext cx="325012" cy="64822"/>
            </a:xfrm>
            <a:custGeom>
              <a:avLst/>
              <a:gdLst/>
              <a:ahLst/>
              <a:cxnLst/>
              <a:rect l="l" t="t" r="r" b="b"/>
              <a:pathLst>
                <a:path w="4327" h="863" extrusionOk="0">
                  <a:moveTo>
                    <a:pt x="169" y="0"/>
                  </a:moveTo>
                  <a:cubicBezTo>
                    <a:pt x="76" y="0"/>
                    <a:pt x="3" y="76"/>
                    <a:pt x="3" y="168"/>
                  </a:cubicBezTo>
                  <a:cubicBezTo>
                    <a:pt x="0" y="679"/>
                    <a:pt x="486" y="863"/>
                    <a:pt x="942" y="863"/>
                  </a:cubicBezTo>
                  <a:lnTo>
                    <a:pt x="4159" y="863"/>
                  </a:lnTo>
                  <a:cubicBezTo>
                    <a:pt x="4252" y="863"/>
                    <a:pt x="4327" y="787"/>
                    <a:pt x="4327" y="695"/>
                  </a:cubicBezTo>
                  <a:cubicBezTo>
                    <a:pt x="4327" y="601"/>
                    <a:pt x="4251" y="527"/>
                    <a:pt x="4159" y="527"/>
                  </a:cubicBezTo>
                  <a:lnTo>
                    <a:pt x="942" y="527"/>
                  </a:lnTo>
                  <a:cubicBezTo>
                    <a:pt x="716" y="527"/>
                    <a:pt x="337" y="480"/>
                    <a:pt x="337" y="168"/>
                  </a:cubicBezTo>
                  <a:cubicBezTo>
                    <a:pt x="337" y="74"/>
                    <a:pt x="261" y="0"/>
                    <a:pt x="169" y="0"/>
                  </a:cubicBezTo>
                  <a:close/>
                </a:path>
              </a:pathLst>
            </a:custGeom>
            <a:solidFill>
              <a:srgbClr val="4747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15"/>
            <p:cNvSpPr/>
            <p:nvPr/>
          </p:nvSpPr>
          <p:spPr>
            <a:xfrm>
              <a:off x="3538070" y="1893408"/>
              <a:ext cx="45744" cy="61968"/>
            </a:xfrm>
            <a:custGeom>
              <a:avLst/>
              <a:gdLst/>
              <a:ahLst/>
              <a:cxnLst/>
              <a:rect l="l" t="t" r="r" b="b"/>
              <a:pathLst>
                <a:path w="609" h="825" extrusionOk="0">
                  <a:moveTo>
                    <a:pt x="0" y="0"/>
                  </a:moveTo>
                  <a:lnTo>
                    <a:pt x="296" y="824"/>
                  </a:lnTo>
                  <a:lnTo>
                    <a:pt x="608" y="824"/>
                  </a:lnTo>
                  <a:lnTo>
                    <a:pt x="313" y="0"/>
                  </a:lnTo>
                  <a:close/>
                </a:path>
              </a:pathLst>
            </a:custGeom>
            <a:solidFill>
              <a:srgbClr val="4747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15"/>
            <p:cNvSpPr/>
            <p:nvPr/>
          </p:nvSpPr>
          <p:spPr>
            <a:xfrm>
              <a:off x="3631887" y="1893408"/>
              <a:ext cx="45744" cy="61968"/>
            </a:xfrm>
            <a:custGeom>
              <a:avLst/>
              <a:gdLst/>
              <a:ahLst/>
              <a:cxnLst/>
              <a:rect l="l" t="t" r="r" b="b"/>
              <a:pathLst>
                <a:path w="609" h="825" extrusionOk="0">
                  <a:moveTo>
                    <a:pt x="1" y="0"/>
                  </a:moveTo>
                  <a:lnTo>
                    <a:pt x="296" y="824"/>
                  </a:lnTo>
                  <a:lnTo>
                    <a:pt x="609" y="824"/>
                  </a:lnTo>
                  <a:lnTo>
                    <a:pt x="313" y="0"/>
                  </a:lnTo>
                  <a:close/>
                </a:path>
              </a:pathLst>
            </a:custGeom>
            <a:solidFill>
              <a:srgbClr val="4747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15"/>
            <p:cNvSpPr/>
            <p:nvPr/>
          </p:nvSpPr>
          <p:spPr>
            <a:xfrm>
              <a:off x="3476327" y="1694661"/>
              <a:ext cx="372032" cy="15022"/>
            </a:xfrm>
            <a:custGeom>
              <a:avLst/>
              <a:gdLst/>
              <a:ahLst/>
              <a:cxnLst/>
              <a:rect l="l" t="t" r="r" b="b"/>
              <a:pathLst>
                <a:path w="4953" h="200" extrusionOk="0">
                  <a:moveTo>
                    <a:pt x="100" y="0"/>
                  </a:moveTo>
                  <a:cubicBezTo>
                    <a:pt x="45" y="1"/>
                    <a:pt x="1" y="46"/>
                    <a:pt x="1" y="101"/>
                  </a:cubicBezTo>
                  <a:cubicBezTo>
                    <a:pt x="1" y="155"/>
                    <a:pt x="46" y="200"/>
                    <a:pt x="101" y="200"/>
                  </a:cubicBezTo>
                  <a:lnTo>
                    <a:pt x="4853" y="200"/>
                  </a:lnTo>
                  <a:cubicBezTo>
                    <a:pt x="4907" y="200"/>
                    <a:pt x="4952" y="155"/>
                    <a:pt x="4952" y="101"/>
                  </a:cubicBezTo>
                  <a:cubicBezTo>
                    <a:pt x="4952" y="45"/>
                    <a:pt x="4907" y="0"/>
                    <a:pt x="4853" y="0"/>
                  </a:cubicBezTo>
                  <a:close/>
                </a:path>
              </a:pathLst>
            </a:custGeom>
            <a:solidFill>
              <a:srgbClr val="4747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15"/>
            <p:cNvSpPr/>
            <p:nvPr/>
          </p:nvSpPr>
          <p:spPr>
            <a:xfrm>
              <a:off x="3654646" y="1682418"/>
              <a:ext cx="15098" cy="86079"/>
            </a:xfrm>
            <a:custGeom>
              <a:avLst/>
              <a:gdLst/>
              <a:ahLst/>
              <a:cxnLst/>
              <a:rect l="l" t="t" r="r" b="b"/>
              <a:pathLst>
                <a:path w="201" h="1146" extrusionOk="0">
                  <a:moveTo>
                    <a:pt x="101" y="1"/>
                  </a:moveTo>
                  <a:cubicBezTo>
                    <a:pt x="46" y="1"/>
                    <a:pt x="1" y="46"/>
                    <a:pt x="1" y="101"/>
                  </a:cubicBezTo>
                  <a:lnTo>
                    <a:pt x="1" y="1046"/>
                  </a:lnTo>
                  <a:cubicBezTo>
                    <a:pt x="1" y="1101"/>
                    <a:pt x="46" y="1146"/>
                    <a:pt x="101" y="1146"/>
                  </a:cubicBezTo>
                  <a:cubicBezTo>
                    <a:pt x="156" y="1146"/>
                    <a:pt x="200" y="1101"/>
                    <a:pt x="200" y="1046"/>
                  </a:cubicBezTo>
                  <a:lnTo>
                    <a:pt x="200" y="101"/>
                  </a:lnTo>
                  <a:cubicBezTo>
                    <a:pt x="200" y="46"/>
                    <a:pt x="156" y="1"/>
                    <a:pt x="101" y="1"/>
                  </a:cubicBezTo>
                  <a:close/>
                </a:path>
              </a:pathLst>
            </a:custGeom>
            <a:solidFill>
              <a:srgbClr val="8A8A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15"/>
            <p:cNvSpPr/>
            <p:nvPr/>
          </p:nvSpPr>
          <p:spPr>
            <a:xfrm>
              <a:off x="3662232" y="1722377"/>
              <a:ext cx="75" cy="7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close/>
                </a:path>
              </a:pathLst>
            </a:custGeom>
            <a:solidFill>
              <a:srgbClr val="4747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15"/>
            <p:cNvSpPr/>
            <p:nvPr/>
          </p:nvSpPr>
          <p:spPr>
            <a:xfrm>
              <a:off x="3613484" y="1722377"/>
              <a:ext cx="97571" cy="31998"/>
            </a:xfrm>
            <a:custGeom>
              <a:avLst/>
              <a:gdLst/>
              <a:ahLst/>
              <a:cxnLst/>
              <a:rect l="l" t="t" r="r" b="b"/>
              <a:pathLst>
                <a:path w="1299" h="426" extrusionOk="0">
                  <a:moveTo>
                    <a:pt x="359" y="1"/>
                  </a:moveTo>
                  <a:cubicBezTo>
                    <a:pt x="269" y="1"/>
                    <a:pt x="88" y="220"/>
                    <a:pt x="0" y="425"/>
                  </a:cubicBezTo>
                  <a:lnTo>
                    <a:pt x="1299" y="425"/>
                  </a:lnTo>
                  <a:cubicBezTo>
                    <a:pt x="1212" y="219"/>
                    <a:pt x="1031" y="1"/>
                    <a:pt x="941" y="1"/>
                  </a:cubicBezTo>
                  <a:close/>
                </a:path>
              </a:pathLst>
            </a:custGeom>
            <a:solidFill>
              <a:srgbClr val="4747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15"/>
            <p:cNvSpPr/>
            <p:nvPr/>
          </p:nvSpPr>
          <p:spPr>
            <a:xfrm>
              <a:off x="3880211" y="1689553"/>
              <a:ext cx="123410" cy="69028"/>
            </a:xfrm>
            <a:custGeom>
              <a:avLst/>
              <a:gdLst/>
              <a:ahLst/>
              <a:cxnLst/>
              <a:rect l="l" t="t" r="r" b="b"/>
              <a:pathLst>
                <a:path w="1643" h="919" extrusionOk="0">
                  <a:moveTo>
                    <a:pt x="977" y="1"/>
                  </a:moveTo>
                  <a:cubicBezTo>
                    <a:pt x="963" y="1"/>
                    <a:pt x="950" y="6"/>
                    <a:pt x="940" y="15"/>
                  </a:cubicBezTo>
                  <a:lnTo>
                    <a:pt x="24" y="820"/>
                  </a:lnTo>
                  <a:cubicBezTo>
                    <a:pt x="6" y="836"/>
                    <a:pt x="1" y="860"/>
                    <a:pt x="9" y="882"/>
                  </a:cubicBezTo>
                  <a:cubicBezTo>
                    <a:pt x="15" y="904"/>
                    <a:pt x="35" y="919"/>
                    <a:pt x="60" y="919"/>
                  </a:cubicBezTo>
                  <a:lnTo>
                    <a:pt x="1048" y="919"/>
                  </a:lnTo>
                  <a:cubicBezTo>
                    <a:pt x="1069" y="919"/>
                    <a:pt x="1089" y="907"/>
                    <a:pt x="1099" y="888"/>
                  </a:cubicBezTo>
                  <a:lnTo>
                    <a:pt x="1635" y="83"/>
                  </a:lnTo>
                  <a:cubicBezTo>
                    <a:pt x="1643" y="64"/>
                    <a:pt x="1642" y="44"/>
                    <a:pt x="1632" y="27"/>
                  </a:cubicBezTo>
                  <a:cubicBezTo>
                    <a:pt x="1621" y="11"/>
                    <a:pt x="1604" y="1"/>
                    <a:pt x="158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15"/>
            <p:cNvSpPr/>
            <p:nvPr/>
          </p:nvSpPr>
          <p:spPr>
            <a:xfrm>
              <a:off x="3893280" y="1769999"/>
              <a:ext cx="90285" cy="61818"/>
            </a:xfrm>
            <a:custGeom>
              <a:avLst/>
              <a:gdLst/>
              <a:ahLst/>
              <a:cxnLst/>
              <a:rect l="l" t="t" r="r" b="b"/>
              <a:pathLst>
                <a:path w="1202" h="823" extrusionOk="0">
                  <a:moveTo>
                    <a:pt x="62" y="0"/>
                  </a:moveTo>
                  <a:cubicBezTo>
                    <a:pt x="40" y="0"/>
                    <a:pt x="19" y="14"/>
                    <a:pt x="10" y="35"/>
                  </a:cubicBezTo>
                  <a:cubicBezTo>
                    <a:pt x="1" y="55"/>
                    <a:pt x="6" y="80"/>
                    <a:pt x="23" y="96"/>
                  </a:cubicBezTo>
                  <a:lnTo>
                    <a:pt x="745" y="807"/>
                  </a:lnTo>
                  <a:cubicBezTo>
                    <a:pt x="755" y="818"/>
                    <a:pt x="768" y="823"/>
                    <a:pt x="783" y="823"/>
                  </a:cubicBezTo>
                  <a:lnTo>
                    <a:pt x="1144" y="823"/>
                  </a:lnTo>
                  <a:cubicBezTo>
                    <a:pt x="1164" y="823"/>
                    <a:pt x="1181" y="813"/>
                    <a:pt x="1192" y="794"/>
                  </a:cubicBezTo>
                  <a:cubicBezTo>
                    <a:pt x="1202" y="777"/>
                    <a:pt x="1202" y="756"/>
                    <a:pt x="1192" y="738"/>
                  </a:cubicBezTo>
                  <a:lnTo>
                    <a:pt x="770" y="27"/>
                  </a:lnTo>
                  <a:cubicBezTo>
                    <a:pt x="760" y="10"/>
                    <a:pt x="741" y="0"/>
                    <a:pt x="72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15"/>
            <p:cNvSpPr/>
            <p:nvPr/>
          </p:nvSpPr>
          <p:spPr>
            <a:xfrm>
              <a:off x="3440949" y="1744460"/>
              <a:ext cx="550274" cy="166299"/>
            </a:xfrm>
            <a:custGeom>
              <a:avLst/>
              <a:gdLst/>
              <a:ahLst/>
              <a:cxnLst/>
              <a:rect l="l" t="t" r="r" b="b"/>
              <a:pathLst>
                <a:path w="7326" h="2214" extrusionOk="0">
                  <a:moveTo>
                    <a:pt x="2261" y="0"/>
                  </a:moveTo>
                  <a:cubicBezTo>
                    <a:pt x="861" y="0"/>
                    <a:pt x="0" y="796"/>
                    <a:pt x="0" y="1368"/>
                  </a:cubicBezTo>
                  <a:cubicBezTo>
                    <a:pt x="0" y="1889"/>
                    <a:pt x="476" y="2214"/>
                    <a:pt x="1241" y="2214"/>
                  </a:cubicBezTo>
                  <a:lnTo>
                    <a:pt x="3574" y="2214"/>
                  </a:lnTo>
                  <a:cubicBezTo>
                    <a:pt x="3590" y="2214"/>
                    <a:pt x="3605" y="2207"/>
                    <a:pt x="3615" y="2196"/>
                  </a:cubicBezTo>
                  <a:lnTo>
                    <a:pt x="4608" y="1102"/>
                  </a:lnTo>
                  <a:lnTo>
                    <a:pt x="7162" y="431"/>
                  </a:lnTo>
                  <a:cubicBezTo>
                    <a:pt x="7180" y="426"/>
                    <a:pt x="7194" y="413"/>
                    <a:pt x="7200" y="396"/>
                  </a:cubicBezTo>
                  <a:lnTo>
                    <a:pt x="7318" y="75"/>
                  </a:lnTo>
                  <a:cubicBezTo>
                    <a:pt x="7325" y="59"/>
                    <a:pt x="7322" y="39"/>
                    <a:pt x="7312" y="24"/>
                  </a:cubicBezTo>
                  <a:cubicBezTo>
                    <a:pt x="7302" y="9"/>
                    <a:pt x="7284" y="0"/>
                    <a:pt x="726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15"/>
            <p:cNvSpPr/>
            <p:nvPr/>
          </p:nvSpPr>
          <p:spPr>
            <a:xfrm>
              <a:off x="3460478" y="1764215"/>
              <a:ext cx="147596" cy="96144"/>
            </a:xfrm>
            <a:custGeom>
              <a:avLst/>
              <a:gdLst/>
              <a:ahLst/>
              <a:cxnLst/>
              <a:rect l="l" t="t" r="r" b="b"/>
              <a:pathLst>
                <a:path w="1965" h="1280" extrusionOk="0">
                  <a:moveTo>
                    <a:pt x="1908" y="0"/>
                  </a:moveTo>
                  <a:cubicBezTo>
                    <a:pt x="1046" y="0"/>
                    <a:pt x="574" y="328"/>
                    <a:pt x="330" y="603"/>
                  </a:cubicBezTo>
                  <a:cubicBezTo>
                    <a:pt x="63" y="902"/>
                    <a:pt x="5" y="1201"/>
                    <a:pt x="2" y="1213"/>
                  </a:cubicBezTo>
                  <a:cubicBezTo>
                    <a:pt x="0" y="1229"/>
                    <a:pt x="4" y="1247"/>
                    <a:pt x="14" y="1259"/>
                  </a:cubicBezTo>
                  <a:cubicBezTo>
                    <a:pt x="26" y="1272"/>
                    <a:pt x="42" y="1279"/>
                    <a:pt x="58" y="1279"/>
                  </a:cubicBezTo>
                  <a:lnTo>
                    <a:pt x="1117" y="1279"/>
                  </a:lnTo>
                  <a:cubicBezTo>
                    <a:pt x="1126" y="1279"/>
                    <a:pt x="1132" y="1278"/>
                    <a:pt x="1140" y="1275"/>
                  </a:cubicBezTo>
                  <a:lnTo>
                    <a:pt x="1930" y="952"/>
                  </a:lnTo>
                  <a:cubicBezTo>
                    <a:pt x="1950" y="943"/>
                    <a:pt x="1965" y="922"/>
                    <a:pt x="1965" y="900"/>
                  </a:cubicBezTo>
                  <a:lnTo>
                    <a:pt x="1965" y="57"/>
                  </a:lnTo>
                  <a:cubicBezTo>
                    <a:pt x="1965" y="26"/>
                    <a:pt x="1939" y="0"/>
                    <a:pt x="190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15"/>
            <p:cNvSpPr/>
            <p:nvPr/>
          </p:nvSpPr>
          <p:spPr>
            <a:xfrm>
              <a:off x="3655397" y="1791931"/>
              <a:ext cx="71357" cy="71357"/>
            </a:xfrm>
            <a:custGeom>
              <a:avLst/>
              <a:gdLst/>
              <a:ahLst/>
              <a:cxnLst/>
              <a:rect l="l" t="t" r="r" b="b"/>
              <a:pathLst>
                <a:path w="950" h="950" extrusionOk="0">
                  <a:moveTo>
                    <a:pt x="312" y="1"/>
                  </a:moveTo>
                  <a:lnTo>
                    <a:pt x="312" y="312"/>
                  </a:lnTo>
                  <a:lnTo>
                    <a:pt x="1" y="312"/>
                  </a:lnTo>
                  <a:lnTo>
                    <a:pt x="1" y="638"/>
                  </a:lnTo>
                  <a:lnTo>
                    <a:pt x="312" y="638"/>
                  </a:lnTo>
                  <a:lnTo>
                    <a:pt x="312" y="949"/>
                  </a:lnTo>
                  <a:lnTo>
                    <a:pt x="638" y="949"/>
                  </a:lnTo>
                  <a:lnTo>
                    <a:pt x="638" y="638"/>
                  </a:lnTo>
                  <a:lnTo>
                    <a:pt x="949" y="638"/>
                  </a:lnTo>
                  <a:lnTo>
                    <a:pt x="949" y="312"/>
                  </a:lnTo>
                  <a:lnTo>
                    <a:pt x="638" y="312"/>
                  </a:lnTo>
                  <a:lnTo>
                    <a:pt x="63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15"/>
            <p:cNvSpPr/>
            <p:nvPr/>
          </p:nvSpPr>
          <p:spPr>
            <a:xfrm>
              <a:off x="622630" y="3338566"/>
              <a:ext cx="4028959" cy="46645"/>
            </a:xfrm>
            <a:custGeom>
              <a:avLst/>
              <a:gdLst/>
              <a:ahLst/>
              <a:cxnLst/>
              <a:rect l="l" t="t" r="r" b="b"/>
              <a:pathLst>
                <a:path w="53639" h="621" extrusionOk="0">
                  <a:moveTo>
                    <a:pt x="1" y="0"/>
                  </a:moveTo>
                  <a:cubicBezTo>
                    <a:pt x="79" y="209"/>
                    <a:pt x="159" y="415"/>
                    <a:pt x="242" y="620"/>
                  </a:cubicBezTo>
                  <a:lnTo>
                    <a:pt x="53397" y="620"/>
                  </a:lnTo>
                  <a:cubicBezTo>
                    <a:pt x="53481" y="415"/>
                    <a:pt x="53560" y="209"/>
                    <a:pt x="5363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15"/>
            <p:cNvSpPr/>
            <p:nvPr/>
          </p:nvSpPr>
          <p:spPr>
            <a:xfrm>
              <a:off x="2053985" y="1908280"/>
              <a:ext cx="1166798" cy="1430442"/>
            </a:xfrm>
            <a:custGeom>
              <a:avLst/>
              <a:gdLst/>
              <a:ahLst/>
              <a:cxnLst/>
              <a:rect l="l" t="t" r="r" b="b"/>
              <a:pathLst>
                <a:path w="15534" h="19044" extrusionOk="0">
                  <a:moveTo>
                    <a:pt x="1" y="1"/>
                  </a:moveTo>
                  <a:lnTo>
                    <a:pt x="1" y="19043"/>
                  </a:lnTo>
                  <a:lnTo>
                    <a:pt x="15534" y="19043"/>
                  </a:lnTo>
                  <a:lnTo>
                    <a:pt x="1553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15"/>
            <p:cNvSpPr/>
            <p:nvPr/>
          </p:nvSpPr>
          <p:spPr>
            <a:xfrm>
              <a:off x="1999678" y="1808005"/>
              <a:ext cx="1275335" cy="100275"/>
            </a:xfrm>
            <a:custGeom>
              <a:avLst/>
              <a:gdLst/>
              <a:ahLst/>
              <a:cxnLst/>
              <a:rect l="l" t="t" r="r" b="b"/>
              <a:pathLst>
                <a:path w="16979" h="1335" extrusionOk="0">
                  <a:moveTo>
                    <a:pt x="0" y="1"/>
                  </a:moveTo>
                  <a:lnTo>
                    <a:pt x="0" y="1335"/>
                  </a:lnTo>
                  <a:lnTo>
                    <a:pt x="16978" y="1335"/>
                  </a:lnTo>
                  <a:lnTo>
                    <a:pt x="1697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15"/>
            <p:cNvSpPr/>
            <p:nvPr/>
          </p:nvSpPr>
          <p:spPr>
            <a:xfrm>
              <a:off x="2028522" y="1908280"/>
              <a:ext cx="1217799" cy="40110"/>
            </a:xfrm>
            <a:custGeom>
              <a:avLst/>
              <a:gdLst/>
              <a:ahLst/>
              <a:cxnLst/>
              <a:rect l="l" t="t" r="r" b="b"/>
              <a:pathLst>
                <a:path w="16213" h="534" extrusionOk="0">
                  <a:moveTo>
                    <a:pt x="0" y="1"/>
                  </a:moveTo>
                  <a:lnTo>
                    <a:pt x="0" y="534"/>
                  </a:lnTo>
                  <a:lnTo>
                    <a:pt x="16212" y="534"/>
                  </a:lnTo>
                  <a:lnTo>
                    <a:pt x="1621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15"/>
            <p:cNvSpPr/>
            <p:nvPr/>
          </p:nvSpPr>
          <p:spPr>
            <a:xfrm>
              <a:off x="2053985" y="2750738"/>
              <a:ext cx="1166798" cy="106134"/>
            </a:xfrm>
            <a:custGeom>
              <a:avLst/>
              <a:gdLst/>
              <a:ahLst/>
              <a:cxnLst/>
              <a:rect l="l" t="t" r="r" b="b"/>
              <a:pathLst>
                <a:path w="15534" h="1413" extrusionOk="0">
                  <a:moveTo>
                    <a:pt x="1" y="0"/>
                  </a:moveTo>
                  <a:lnTo>
                    <a:pt x="1" y="1412"/>
                  </a:lnTo>
                  <a:lnTo>
                    <a:pt x="15534" y="1412"/>
                  </a:lnTo>
                  <a:lnTo>
                    <a:pt x="15534" y="0"/>
                  </a:lnTo>
                  <a:close/>
                </a:path>
              </a:pathLst>
            </a:custGeom>
            <a:solidFill>
              <a:srgbClr val="249A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15"/>
            <p:cNvSpPr/>
            <p:nvPr/>
          </p:nvSpPr>
          <p:spPr>
            <a:xfrm>
              <a:off x="2053985" y="2725200"/>
              <a:ext cx="1166798" cy="25613"/>
            </a:xfrm>
            <a:custGeom>
              <a:avLst/>
              <a:gdLst/>
              <a:ahLst/>
              <a:cxnLst/>
              <a:rect l="l" t="t" r="r" b="b"/>
              <a:pathLst>
                <a:path w="15534" h="341" extrusionOk="0">
                  <a:moveTo>
                    <a:pt x="1" y="0"/>
                  </a:moveTo>
                  <a:lnTo>
                    <a:pt x="1" y="340"/>
                  </a:lnTo>
                  <a:lnTo>
                    <a:pt x="15534" y="340"/>
                  </a:lnTo>
                  <a:lnTo>
                    <a:pt x="15534" y="0"/>
                  </a:lnTo>
                  <a:close/>
                </a:path>
              </a:pathLst>
            </a:custGeom>
            <a:solidFill>
              <a:srgbClr val="249A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15"/>
            <p:cNvSpPr/>
            <p:nvPr/>
          </p:nvSpPr>
          <p:spPr>
            <a:xfrm>
              <a:off x="2182879" y="2975774"/>
              <a:ext cx="909087" cy="65348"/>
            </a:xfrm>
            <a:custGeom>
              <a:avLst/>
              <a:gdLst/>
              <a:ahLst/>
              <a:cxnLst/>
              <a:rect l="l" t="t" r="r" b="b"/>
              <a:pathLst>
                <a:path w="12103" h="870" extrusionOk="0">
                  <a:moveTo>
                    <a:pt x="1" y="1"/>
                  </a:moveTo>
                  <a:lnTo>
                    <a:pt x="1" y="870"/>
                  </a:lnTo>
                  <a:lnTo>
                    <a:pt x="12103" y="870"/>
                  </a:lnTo>
                  <a:lnTo>
                    <a:pt x="1210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15"/>
            <p:cNvSpPr/>
            <p:nvPr/>
          </p:nvSpPr>
          <p:spPr>
            <a:xfrm>
              <a:off x="2051281" y="2856796"/>
              <a:ext cx="1166798" cy="25613"/>
            </a:xfrm>
            <a:custGeom>
              <a:avLst/>
              <a:gdLst/>
              <a:ahLst/>
              <a:cxnLst/>
              <a:rect l="l" t="t" r="r" b="b"/>
              <a:pathLst>
                <a:path w="15534" h="341" extrusionOk="0">
                  <a:moveTo>
                    <a:pt x="1" y="0"/>
                  </a:moveTo>
                  <a:lnTo>
                    <a:pt x="1" y="341"/>
                  </a:lnTo>
                  <a:lnTo>
                    <a:pt x="15534" y="341"/>
                  </a:lnTo>
                  <a:lnTo>
                    <a:pt x="15534" y="0"/>
                  </a:lnTo>
                  <a:close/>
                </a:path>
              </a:pathLst>
            </a:custGeom>
            <a:solidFill>
              <a:srgbClr val="249A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15"/>
            <p:cNvSpPr/>
            <p:nvPr/>
          </p:nvSpPr>
          <p:spPr>
            <a:xfrm>
              <a:off x="2314327" y="1631342"/>
              <a:ext cx="646043" cy="1344514"/>
            </a:xfrm>
            <a:custGeom>
              <a:avLst/>
              <a:gdLst/>
              <a:ahLst/>
              <a:cxnLst/>
              <a:rect l="l" t="t" r="r" b="b"/>
              <a:pathLst>
                <a:path w="8601" h="17900" extrusionOk="0">
                  <a:moveTo>
                    <a:pt x="0" y="0"/>
                  </a:moveTo>
                  <a:lnTo>
                    <a:pt x="0" y="17900"/>
                  </a:lnTo>
                  <a:lnTo>
                    <a:pt x="8600" y="17900"/>
                  </a:lnTo>
                  <a:lnTo>
                    <a:pt x="860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15"/>
            <p:cNvSpPr/>
            <p:nvPr/>
          </p:nvSpPr>
          <p:spPr>
            <a:xfrm>
              <a:off x="2506692" y="1493586"/>
              <a:ext cx="261542" cy="261542"/>
            </a:xfrm>
            <a:custGeom>
              <a:avLst/>
              <a:gdLst/>
              <a:ahLst/>
              <a:cxnLst/>
              <a:rect l="l" t="t" r="r" b="b"/>
              <a:pathLst>
                <a:path w="3482" h="3482" extrusionOk="0">
                  <a:moveTo>
                    <a:pt x="1743" y="1"/>
                  </a:moveTo>
                  <a:cubicBezTo>
                    <a:pt x="1742" y="1"/>
                    <a:pt x="1741" y="1"/>
                    <a:pt x="1741" y="1"/>
                  </a:cubicBezTo>
                  <a:cubicBezTo>
                    <a:pt x="779" y="1"/>
                    <a:pt x="0" y="779"/>
                    <a:pt x="0" y="1741"/>
                  </a:cubicBezTo>
                  <a:cubicBezTo>
                    <a:pt x="0" y="2703"/>
                    <a:pt x="779" y="3482"/>
                    <a:pt x="1741" y="3482"/>
                  </a:cubicBezTo>
                  <a:cubicBezTo>
                    <a:pt x="2703" y="3482"/>
                    <a:pt x="3481" y="2703"/>
                    <a:pt x="3481" y="1741"/>
                  </a:cubicBezTo>
                  <a:cubicBezTo>
                    <a:pt x="3481" y="780"/>
                    <a:pt x="2703" y="1"/>
                    <a:pt x="174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15"/>
            <p:cNvSpPr/>
            <p:nvPr/>
          </p:nvSpPr>
          <p:spPr>
            <a:xfrm>
              <a:off x="2529451" y="1516345"/>
              <a:ext cx="216024" cy="216024"/>
            </a:xfrm>
            <a:custGeom>
              <a:avLst/>
              <a:gdLst/>
              <a:ahLst/>
              <a:cxnLst/>
              <a:rect l="l" t="t" r="r" b="b"/>
              <a:pathLst>
                <a:path w="2876" h="2876" extrusionOk="0">
                  <a:moveTo>
                    <a:pt x="1438" y="1"/>
                  </a:moveTo>
                  <a:cubicBezTo>
                    <a:pt x="644" y="1"/>
                    <a:pt x="0" y="644"/>
                    <a:pt x="0" y="1438"/>
                  </a:cubicBezTo>
                  <a:cubicBezTo>
                    <a:pt x="0" y="2232"/>
                    <a:pt x="644" y="2876"/>
                    <a:pt x="1438" y="2876"/>
                  </a:cubicBezTo>
                  <a:cubicBezTo>
                    <a:pt x="2232" y="2876"/>
                    <a:pt x="2875" y="2232"/>
                    <a:pt x="2875" y="1438"/>
                  </a:cubicBezTo>
                  <a:cubicBezTo>
                    <a:pt x="2875" y="644"/>
                    <a:pt x="2232" y="1"/>
                    <a:pt x="143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15"/>
            <p:cNvSpPr/>
            <p:nvPr/>
          </p:nvSpPr>
          <p:spPr>
            <a:xfrm>
              <a:off x="2573317" y="1560210"/>
              <a:ext cx="128217" cy="128142"/>
            </a:xfrm>
            <a:custGeom>
              <a:avLst/>
              <a:gdLst/>
              <a:ahLst/>
              <a:cxnLst/>
              <a:rect l="l" t="t" r="r" b="b"/>
              <a:pathLst>
                <a:path w="1707" h="1706" extrusionOk="0">
                  <a:moveTo>
                    <a:pt x="560" y="1"/>
                  </a:moveTo>
                  <a:lnTo>
                    <a:pt x="560" y="561"/>
                  </a:lnTo>
                  <a:lnTo>
                    <a:pt x="0" y="561"/>
                  </a:lnTo>
                  <a:lnTo>
                    <a:pt x="0" y="1147"/>
                  </a:lnTo>
                  <a:lnTo>
                    <a:pt x="560" y="1147"/>
                  </a:lnTo>
                  <a:lnTo>
                    <a:pt x="560" y="1705"/>
                  </a:lnTo>
                  <a:lnTo>
                    <a:pt x="1146" y="1705"/>
                  </a:lnTo>
                  <a:lnTo>
                    <a:pt x="1146" y="1147"/>
                  </a:lnTo>
                  <a:lnTo>
                    <a:pt x="1706" y="1147"/>
                  </a:lnTo>
                  <a:lnTo>
                    <a:pt x="1706" y="561"/>
                  </a:lnTo>
                  <a:lnTo>
                    <a:pt x="1146" y="561"/>
                  </a:lnTo>
                  <a:lnTo>
                    <a:pt x="114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15"/>
            <p:cNvSpPr/>
            <p:nvPr/>
          </p:nvSpPr>
          <p:spPr>
            <a:xfrm>
              <a:off x="2379000" y="1807705"/>
              <a:ext cx="58438" cy="100350"/>
            </a:xfrm>
            <a:custGeom>
              <a:avLst/>
              <a:gdLst/>
              <a:ahLst/>
              <a:cxnLst/>
              <a:rect l="l" t="t" r="r" b="b"/>
              <a:pathLst>
                <a:path w="778" h="1336" extrusionOk="0">
                  <a:moveTo>
                    <a:pt x="1" y="1"/>
                  </a:moveTo>
                  <a:lnTo>
                    <a:pt x="1" y="1336"/>
                  </a:lnTo>
                  <a:lnTo>
                    <a:pt x="271" y="1336"/>
                  </a:lnTo>
                  <a:lnTo>
                    <a:pt x="271" y="742"/>
                  </a:lnTo>
                  <a:lnTo>
                    <a:pt x="507" y="742"/>
                  </a:lnTo>
                  <a:lnTo>
                    <a:pt x="507" y="1336"/>
                  </a:lnTo>
                  <a:lnTo>
                    <a:pt x="777" y="1336"/>
                  </a:lnTo>
                  <a:lnTo>
                    <a:pt x="777" y="1"/>
                  </a:lnTo>
                  <a:lnTo>
                    <a:pt x="507" y="1"/>
                  </a:lnTo>
                  <a:lnTo>
                    <a:pt x="507" y="548"/>
                  </a:lnTo>
                  <a:lnTo>
                    <a:pt x="271" y="548"/>
                  </a:lnTo>
                  <a:lnTo>
                    <a:pt x="27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3;p15"/>
            <p:cNvSpPr/>
            <p:nvPr/>
          </p:nvSpPr>
          <p:spPr>
            <a:xfrm>
              <a:off x="2457192" y="1806428"/>
              <a:ext cx="59339" cy="103054"/>
            </a:xfrm>
            <a:custGeom>
              <a:avLst/>
              <a:gdLst/>
              <a:ahLst/>
              <a:cxnLst/>
              <a:rect l="l" t="t" r="r" b="b"/>
              <a:pathLst>
                <a:path w="790" h="1372" extrusionOk="0">
                  <a:moveTo>
                    <a:pt x="394" y="195"/>
                  </a:moveTo>
                  <a:cubicBezTo>
                    <a:pt x="415" y="195"/>
                    <a:pt x="431" y="198"/>
                    <a:pt x="446" y="205"/>
                  </a:cubicBezTo>
                  <a:cubicBezTo>
                    <a:pt x="461" y="211"/>
                    <a:pt x="472" y="218"/>
                    <a:pt x="481" y="228"/>
                  </a:cubicBezTo>
                  <a:cubicBezTo>
                    <a:pt x="488" y="239"/>
                    <a:pt x="496" y="252"/>
                    <a:pt x="501" y="268"/>
                  </a:cubicBezTo>
                  <a:cubicBezTo>
                    <a:pt x="506" y="286"/>
                    <a:pt x="508" y="300"/>
                    <a:pt x="509" y="315"/>
                  </a:cubicBezTo>
                  <a:cubicBezTo>
                    <a:pt x="511" y="331"/>
                    <a:pt x="512" y="349"/>
                    <a:pt x="512" y="371"/>
                  </a:cubicBezTo>
                  <a:lnTo>
                    <a:pt x="512" y="996"/>
                  </a:lnTo>
                  <a:cubicBezTo>
                    <a:pt x="512" y="1018"/>
                    <a:pt x="511" y="1036"/>
                    <a:pt x="509" y="1051"/>
                  </a:cubicBezTo>
                  <a:cubicBezTo>
                    <a:pt x="508" y="1066"/>
                    <a:pt x="506" y="1083"/>
                    <a:pt x="501" y="1100"/>
                  </a:cubicBezTo>
                  <a:cubicBezTo>
                    <a:pt x="497" y="1116"/>
                    <a:pt x="488" y="1130"/>
                    <a:pt x="481" y="1140"/>
                  </a:cubicBezTo>
                  <a:cubicBezTo>
                    <a:pt x="473" y="1150"/>
                    <a:pt x="462" y="1158"/>
                    <a:pt x="446" y="1166"/>
                  </a:cubicBezTo>
                  <a:cubicBezTo>
                    <a:pt x="432" y="1172"/>
                    <a:pt x="415" y="1176"/>
                    <a:pt x="394" y="1176"/>
                  </a:cubicBezTo>
                  <a:cubicBezTo>
                    <a:pt x="374" y="1176"/>
                    <a:pt x="355" y="1172"/>
                    <a:pt x="342" y="1166"/>
                  </a:cubicBezTo>
                  <a:cubicBezTo>
                    <a:pt x="328" y="1157"/>
                    <a:pt x="317" y="1150"/>
                    <a:pt x="308" y="1140"/>
                  </a:cubicBezTo>
                  <a:cubicBezTo>
                    <a:pt x="301" y="1131"/>
                    <a:pt x="295" y="1116"/>
                    <a:pt x="290" y="1100"/>
                  </a:cubicBezTo>
                  <a:cubicBezTo>
                    <a:pt x="285" y="1082"/>
                    <a:pt x="282" y="1066"/>
                    <a:pt x="281" y="1051"/>
                  </a:cubicBezTo>
                  <a:cubicBezTo>
                    <a:pt x="280" y="1036"/>
                    <a:pt x="278" y="1018"/>
                    <a:pt x="278" y="996"/>
                  </a:cubicBezTo>
                  <a:lnTo>
                    <a:pt x="278" y="371"/>
                  </a:lnTo>
                  <a:cubicBezTo>
                    <a:pt x="278" y="349"/>
                    <a:pt x="280" y="331"/>
                    <a:pt x="281" y="315"/>
                  </a:cubicBezTo>
                  <a:cubicBezTo>
                    <a:pt x="282" y="300"/>
                    <a:pt x="285" y="286"/>
                    <a:pt x="290" y="268"/>
                  </a:cubicBezTo>
                  <a:cubicBezTo>
                    <a:pt x="295" y="252"/>
                    <a:pt x="301" y="239"/>
                    <a:pt x="308" y="228"/>
                  </a:cubicBezTo>
                  <a:cubicBezTo>
                    <a:pt x="317" y="219"/>
                    <a:pt x="328" y="211"/>
                    <a:pt x="342" y="205"/>
                  </a:cubicBezTo>
                  <a:cubicBezTo>
                    <a:pt x="355" y="198"/>
                    <a:pt x="374" y="195"/>
                    <a:pt x="394" y="195"/>
                  </a:cubicBezTo>
                  <a:close/>
                  <a:moveTo>
                    <a:pt x="394" y="0"/>
                  </a:moveTo>
                  <a:cubicBezTo>
                    <a:pt x="322" y="0"/>
                    <a:pt x="260" y="10"/>
                    <a:pt x="209" y="30"/>
                  </a:cubicBezTo>
                  <a:cubicBezTo>
                    <a:pt x="158" y="48"/>
                    <a:pt x="118" y="77"/>
                    <a:pt x="87" y="115"/>
                  </a:cubicBezTo>
                  <a:cubicBezTo>
                    <a:pt x="57" y="154"/>
                    <a:pt x="35" y="198"/>
                    <a:pt x="21" y="251"/>
                  </a:cubicBezTo>
                  <a:cubicBezTo>
                    <a:pt x="7" y="303"/>
                    <a:pt x="0" y="364"/>
                    <a:pt x="0" y="436"/>
                  </a:cubicBezTo>
                  <a:lnTo>
                    <a:pt x="0" y="930"/>
                  </a:lnTo>
                  <a:cubicBezTo>
                    <a:pt x="0" y="1002"/>
                    <a:pt x="7" y="1064"/>
                    <a:pt x="21" y="1116"/>
                  </a:cubicBezTo>
                  <a:cubicBezTo>
                    <a:pt x="35" y="1169"/>
                    <a:pt x="57" y="1215"/>
                    <a:pt x="87" y="1254"/>
                  </a:cubicBezTo>
                  <a:cubicBezTo>
                    <a:pt x="117" y="1293"/>
                    <a:pt x="158" y="1322"/>
                    <a:pt x="209" y="1342"/>
                  </a:cubicBezTo>
                  <a:cubicBezTo>
                    <a:pt x="260" y="1361"/>
                    <a:pt x="322" y="1371"/>
                    <a:pt x="394" y="1371"/>
                  </a:cubicBezTo>
                  <a:cubicBezTo>
                    <a:pt x="534" y="1371"/>
                    <a:pt x="636" y="1332"/>
                    <a:pt x="697" y="1259"/>
                  </a:cubicBezTo>
                  <a:cubicBezTo>
                    <a:pt x="759" y="1183"/>
                    <a:pt x="789" y="1074"/>
                    <a:pt x="789" y="930"/>
                  </a:cubicBezTo>
                  <a:lnTo>
                    <a:pt x="789" y="436"/>
                  </a:lnTo>
                  <a:cubicBezTo>
                    <a:pt x="789" y="293"/>
                    <a:pt x="759" y="184"/>
                    <a:pt x="697" y="110"/>
                  </a:cubicBezTo>
                  <a:cubicBezTo>
                    <a:pt x="636" y="37"/>
                    <a:pt x="534" y="0"/>
                    <a:pt x="39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15"/>
            <p:cNvSpPr/>
            <p:nvPr/>
          </p:nvSpPr>
          <p:spPr>
            <a:xfrm>
              <a:off x="2533658" y="1806203"/>
              <a:ext cx="54156" cy="103280"/>
            </a:xfrm>
            <a:custGeom>
              <a:avLst/>
              <a:gdLst/>
              <a:ahLst/>
              <a:cxnLst/>
              <a:rect l="l" t="t" r="r" b="b"/>
              <a:pathLst>
                <a:path w="721" h="1375" extrusionOk="0">
                  <a:moveTo>
                    <a:pt x="359" y="0"/>
                  </a:moveTo>
                  <a:cubicBezTo>
                    <a:pt x="247" y="0"/>
                    <a:pt x="160" y="31"/>
                    <a:pt x="97" y="90"/>
                  </a:cubicBezTo>
                  <a:cubicBezTo>
                    <a:pt x="32" y="148"/>
                    <a:pt x="0" y="233"/>
                    <a:pt x="0" y="341"/>
                  </a:cubicBezTo>
                  <a:cubicBezTo>
                    <a:pt x="0" y="393"/>
                    <a:pt x="9" y="440"/>
                    <a:pt x="24" y="483"/>
                  </a:cubicBezTo>
                  <a:cubicBezTo>
                    <a:pt x="39" y="526"/>
                    <a:pt x="58" y="561"/>
                    <a:pt x="80" y="588"/>
                  </a:cubicBezTo>
                  <a:cubicBezTo>
                    <a:pt x="103" y="617"/>
                    <a:pt x="131" y="647"/>
                    <a:pt x="168" y="678"/>
                  </a:cubicBezTo>
                  <a:lnTo>
                    <a:pt x="311" y="802"/>
                  </a:lnTo>
                  <a:cubicBezTo>
                    <a:pt x="363" y="847"/>
                    <a:pt x="398" y="887"/>
                    <a:pt x="421" y="923"/>
                  </a:cubicBezTo>
                  <a:cubicBezTo>
                    <a:pt x="445" y="958"/>
                    <a:pt x="456" y="1003"/>
                    <a:pt x="456" y="1056"/>
                  </a:cubicBezTo>
                  <a:cubicBezTo>
                    <a:pt x="456" y="1088"/>
                    <a:pt x="449" y="1114"/>
                    <a:pt x="434" y="1135"/>
                  </a:cubicBezTo>
                  <a:cubicBezTo>
                    <a:pt x="420" y="1155"/>
                    <a:pt x="397" y="1165"/>
                    <a:pt x="365" y="1165"/>
                  </a:cubicBezTo>
                  <a:cubicBezTo>
                    <a:pt x="322" y="1165"/>
                    <a:pt x="290" y="1145"/>
                    <a:pt x="267" y="1103"/>
                  </a:cubicBezTo>
                  <a:cubicBezTo>
                    <a:pt x="247" y="1060"/>
                    <a:pt x="236" y="998"/>
                    <a:pt x="235" y="915"/>
                  </a:cubicBezTo>
                  <a:lnTo>
                    <a:pt x="0" y="957"/>
                  </a:lnTo>
                  <a:cubicBezTo>
                    <a:pt x="6" y="1099"/>
                    <a:pt x="39" y="1204"/>
                    <a:pt x="101" y="1272"/>
                  </a:cubicBezTo>
                  <a:cubicBezTo>
                    <a:pt x="162" y="1339"/>
                    <a:pt x="254" y="1374"/>
                    <a:pt x="378" y="1374"/>
                  </a:cubicBezTo>
                  <a:cubicBezTo>
                    <a:pt x="480" y="1374"/>
                    <a:pt x="562" y="1342"/>
                    <a:pt x="626" y="1277"/>
                  </a:cubicBezTo>
                  <a:cubicBezTo>
                    <a:pt x="688" y="1215"/>
                    <a:pt x="721" y="1135"/>
                    <a:pt x="721" y="1038"/>
                  </a:cubicBezTo>
                  <a:cubicBezTo>
                    <a:pt x="721" y="994"/>
                    <a:pt x="716" y="954"/>
                    <a:pt x="705" y="915"/>
                  </a:cubicBezTo>
                  <a:cubicBezTo>
                    <a:pt x="693" y="877"/>
                    <a:pt x="678" y="840"/>
                    <a:pt x="659" y="808"/>
                  </a:cubicBezTo>
                  <a:cubicBezTo>
                    <a:pt x="640" y="777"/>
                    <a:pt x="618" y="749"/>
                    <a:pt x="596" y="723"/>
                  </a:cubicBezTo>
                  <a:cubicBezTo>
                    <a:pt x="574" y="698"/>
                    <a:pt x="548" y="672"/>
                    <a:pt x="518" y="645"/>
                  </a:cubicBezTo>
                  <a:lnTo>
                    <a:pt x="378" y="522"/>
                  </a:lnTo>
                  <a:cubicBezTo>
                    <a:pt x="358" y="504"/>
                    <a:pt x="342" y="489"/>
                    <a:pt x="332" y="479"/>
                  </a:cubicBezTo>
                  <a:cubicBezTo>
                    <a:pt x="322" y="469"/>
                    <a:pt x="309" y="454"/>
                    <a:pt x="297" y="436"/>
                  </a:cubicBezTo>
                  <a:cubicBezTo>
                    <a:pt x="284" y="419"/>
                    <a:pt x="275" y="399"/>
                    <a:pt x="270" y="380"/>
                  </a:cubicBezTo>
                  <a:cubicBezTo>
                    <a:pt x="262" y="361"/>
                    <a:pt x="260" y="339"/>
                    <a:pt x="260" y="315"/>
                  </a:cubicBezTo>
                  <a:cubicBezTo>
                    <a:pt x="260" y="284"/>
                    <a:pt x="267" y="259"/>
                    <a:pt x="285" y="236"/>
                  </a:cubicBezTo>
                  <a:cubicBezTo>
                    <a:pt x="300" y="215"/>
                    <a:pt x="324" y="204"/>
                    <a:pt x="353" y="203"/>
                  </a:cubicBezTo>
                  <a:cubicBezTo>
                    <a:pt x="357" y="202"/>
                    <a:pt x="360" y="202"/>
                    <a:pt x="363" y="202"/>
                  </a:cubicBezTo>
                  <a:cubicBezTo>
                    <a:pt x="377" y="202"/>
                    <a:pt x="389" y="206"/>
                    <a:pt x="399" y="211"/>
                  </a:cubicBezTo>
                  <a:cubicBezTo>
                    <a:pt x="413" y="218"/>
                    <a:pt x="423" y="226"/>
                    <a:pt x="430" y="238"/>
                  </a:cubicBezTo>
                  <a:cubicBezTo>
                    <a:pt x="438" y="250"/>
                    <a:pt x="443" y="265"/>
                    <a:pt x="449" y="284"/>
                  </a:cubicBezTo>
                  <a:cubicBezTo>
                    <a:pt x="452" y="303"/>
                    <a:pt x="456" y="322"/>
                    <a:pt x="457" y="341"/>
                  </a:cubicBezTo>
                  <a:cubicBezTo>
                    <a:pt x="459" y="359"/>
                    <a:pt x="460" y="383"/>
                    <a:pt x="461" y="409"/>
                  </a:cubicBezTo>
                  <a:lnTo>
                    <a:pt x="694" y="372"/>
                  </a:lnTo>
                  <a:cubicBezTo>
                    <a:pt x="691" y="344"/>
                    <a:pt x="689" y="318"/>
                    <a:pt x="686" y="296"/>
                  </a:cubicBezTo>
                  <a:cubicBezTo>
                    <a:pt x="682" y="272"/>
                    <a:pt x="677" y="247"/>
                    <a:pt x="670" y="221"/>
                  </a:cubicBezTo>
                  <a:cubicBezTo>
                    <a:pt x="663" y="194"/>
                    <a:pt x="653" y="172"/>
                    <a:pt x="643" y="151"/>
                  </a:cubicBezTo>
                  <a:cubicBezTo>
                    <a:pt x="631" y="131"/>
                    <a:pt x="617" y="111"/>
                    <a:pt x="600" y="91"/>
                  </a:cubicBezTo>
                  <a:cubicBezTo>
                    <a:pt x="584" y="72"/>
                    <a:pt x="563" y="55"/>
                    <a:pt x="542" y="42"/>
                  </a:cubicBezTo>
                  <a:cubicBezTo>
                    <a:pt x="518" y="30"/>
                    <a:pt x="492" y="19"/>
                    <a:pt x="461" y="11"/>
                  </a:cubicBezTo>
                  <a:cubicBezTo>
                    <a:pt x="430" y="4"/>
                    <a:pt x="395" y="0"/>
                    <a:pt x="35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;p15"/>
            <p:cNvSpPr/>
            <p:nvPr/>
          </p:nvSpPr>
          <p:spPr>
            <a:xfrm>
              <a:off x="2604564" y="1807705"/>
              <a:ext cx="57536" cy="100501"/>
            </a:xfrm>
            <a:custGeom>
              <a:avLst/>
              <a:gdLst/>
              <a:ahLst/>
              <a:cxnLst/>
              <a:rect l="l" t="t" r="r" b="b"/>
              <a:pathLst>
                <a:path w="766" h="1338" extrusionOk="0">
                  <a:moveTo>
                    <a:pt x="359" y="189"/>
                  </a:moveTo>
                  <a:cubicBezTo>
                    <a:pt x="393" y="189"/>
                    <a:pt x="420" y="193"/>
                    <a:pt x="441" y="200"/>
                  </a:cubicBezTo>
                  <a:cubicBezTo>
                    <a:pt x="461" y="208"/>
                    <a:pt x="477" y="220"/>
                    <a:pt x="487" y="239"/>
                  </a:cubicBezTo>
                  <a:cubicBezTo>
                    <a:pt x="497" y="256"/>
                    <a:pt x="503" y="276"/>
                    <a:pt x="505" y="296"/>
                  </a:cubicBezTo>
                  <a:cubicBezTo>
                    <a:pt x="508" y="317"/>
                    <a:pt x="509" y="345"/>
                    <a:pt x="509" y="379"/>
                  </a:cubicBezTo>
                  <a:cubicBezTo>
                    <a:pt x="509" y="449"/>
                    <a:pt x="499" y="496"/>
                    <a:pt x="479" y="522"/>
                  </a:cubicBezTo>
                  <a:cubicBezTo>
                    <a:pt x="458" y="550"/>
                    <a:pt x="418" y="563"/>
                    <a:pt x="359" y="563"/>
                  </a:cubicBezTo>
                  <a:lnTo>
                    <a:pt x="272" y="563"/>
                  </a:lnTo>
                  <a:lnTo>
                    <a:pt x="272" y="189"/>
                  </a:lnTo>
                  <a:close/>
                  <a:moveTo>
                    <a:pt x="1" y="1"/>
                  </a:moveTo>
                  <a:lnTo>
                    <a:pt x="1" y="1336"/>
                  </a:lnTo>
                  <a:lnTo>
                    <a:pt x="1" y="1338"/>
                  </a:lnTo>
                  <a:lnTo>
                    <a:pt x="273" y="1338"/>
                  </a:lnTo>
                  <a:lnTo>
                    <a:pt x="273" y="756"/>
                  </a:lnTo>
                  <a:lnTo>
                    <a:pt x="393" y="756"/>
                  </a:lnTo>
                  <a:cubicBezTo>
                    <a:pt x="449" y="756"/>
                    <a:pt x="499" y="749"/>
                    <a:pt x="543" y="737"/>
                  </a:cubicBezTo>
                  <a:cubicBezTo>
                    <a:pt x="586" y="725"/>
                    <a:pt x="625" y="705"/>
                    <a:pt x="659" y="678"/>
                  </a:cubicBezTo>
                  <a:cubicBezTo>
                    <a:pt x="694" y="649"/>
                    <a:pt x="720" y="611"/>
                    <a:pt x="739" y="562"/>
                  </a:cubicBezTo>
                  <a:cubicBezTo>
                    <a:pt x="756" y="512"/>
                    <a:pt x="765" y="454"/>
                    <a:pt x="765" y="384"/>
                  </a:cubicBezTo>
                  <a:cubicBezTo>
                    <a:pt x="765" y="128"/>
                    <a:pt x="649" y="1"/>
                    <a:pt x="41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15"/>
            <p:cNvSpPr/>
            <p:nvPr/>
          </p:nvSpPr>
          <p:spPr>
            <a:xfrm>
              <a:off x="2678551" y="1807705"/>
              <a:ext cx="20355" cy="100350"/>
            </a:xfrm>
            <a:custGeom>
              <a:avLst/>
              <a:gdLst/>
              <a:ahLst/>
              <a:cxnLst/>
              <a:rect l="l" t="t" r="r" b="b"/>
              <a:pathLst>
                <a:path w="271" h="1336" extrusionOk="0">
                  <a:moveTo>
                    <a:pt x="0" y="1"/>
                  </a:moveTo>
                  <a:lnTo>
                    <a:pt x="0" y="1336"/>
                  </a:lnTo>
                  <a:lnTo>
                    <a:pt x="270" y="1336"/>
                  </a:lnTo>
                  <a:lnTo>
                    <a:pt x="27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15"/>
            <p:cNvSpPr/>
            <p:nvPr/>
          </p:nvSpPr>
          <p:spPr>
            <a:xfrm>
              <a:off x="2713478" y="1807630"/>
              <a:ext cx="52203" cy="100425"/>
            </a:xfrm>
            <a:custGeom>
              <a:avLst/>
              <a:gdLst/>
              <a:ahLst/>
              <a:cxnLst/>
              <a:rect l="l" t="t" r="r" b="b"/>
              <a:pathLst>
                <a:path w="695" h="1337" extrusionOk="0">
                  <a:moveTo>
                    <a:pt x="1" y="0"/>
                  </a:moveTo>
                  <a:lnTo>
                    <a:pt x="1" y="201"/>
                  </a:lnTo>
                  <a:lnTo>
                    <a:pt x="215" y="201"/>
                  </a:lnTo>
                  <a:lnTo>
                    <a:pt x="215" y="1337"/>
                  </a:lnTo>
                  <a:lnTo>
                    <a:pt x="485" y="1337"/>
                  </a:lnTo>
                  <a:lnTo>
                    <a:pt x="485" y="201"/>
                  </a:lnTo>
                  <a:lnTo>
                    <a:pt x="694" y="201"/>
                  </a:lnTo>
                  <a:lnTo>
                    <a:pt x="69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15"/>
            <p:cNvSpPr/>
            <p:nvPr/>
          </p:nvSpPr>
          <p:spPr>
            <a:xfrm>
              <a:off x="2774621" y="1807705"/>
              <a:ext cx="61517" cy="100350"/>
            </a:xfrm>
            <a:custGeom>
              <a:avLst/>
              <a:gdLst/>
              <a:ahLst/>
              <a:cxnLst/>
              <a:rect l="l" t="t" r="r" b="b"/>
              <a:pathLst>
                <a:path w="819" h="1336" extrusionOk="0">
                  <a:moveTo>
                    <a:pt x="410" y="340"/>
                  </a:moveTo>
                  <a:lnTo>
                    <a:pt x="490" y="872"/>
                  </a:lnTo>
                  <a:lnTo>
                    <a:pt x="332" y="872"/>
                  </a:lnTo>
                  <a:lnTo>
                    <a:pt x="410" y="340"/>
                  </a:lnTo>
                  <a:close/>
                  <a:moveTo>
                    <a:pt x="261" y="1"/>
                  </a:moveTo>
                  <a:lnTo>
                    <a:pt x="0" y="1336"/>
                  </a:lnTo>
                  <a:lnTo>
                    <a:pt x="257" y="1336"/>
                  </a:lnTo>
                  <a:lnTo>
                    <a:pt x="306" y="1041"/>
                  </a:lnTo>
                  <a:lnTo>
                    <a:pt x="517" y="1041"/>
                  </a:lnTo>
                  <a:lnTo>
                    <a:pt x="566" y="1336"/>
                  </a:lnTo>
                  <a:lnTo>
                    <a:pt x="819" y="1336"/>
                  </a:lnTo>
                  <a:lnTo>
                    <a:pt x="55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15"/>
            <p:cNvSpPr/>
            <p:nvPr/>
          </p:nvSpPr>
          <p:spPr>
            <a:xfrm>
              <a:off x="2852062" y="1807705"/>
              <a:ext cx="43715" cy="100501"/>
            </a:xfrm>
            <a:custGeom>
              <a:avLst/>
              <a:gdLst/>
              <a:ahLst/>
              <a:cxnLst/>
              <a:rect l="l" t="t" r="r" b="b"/>
              <a:pathLst>
                <a:path w="582" h="1338" extrusionOk="0">
                  <a:moveTo>
                    <a:pt x="1" y="1"/>
                  </a:moveTo>
                  <a:lnTo>
                    <a:pt x="1" y="1336"/>
                  </a:lnTo>
                  <a:lnTo>
                    <a:pt x="1" y="1338"/>
                  </a:lnTo>
                  <a:lnTo>
                    <a:pt x="582" y="1338"/>
                  </a:lnTo>
                  <a:lnTo>
                    <a:pt x="582" y="1152"/>
                  </a:lnTo>
                  <a:lnTo>
                    <a:pt x="272" y="1152"/>
                  </a:lnTo>
                  <a:lnTo>
                    <a:pt x="27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15"/>
            <p:cNvSpPr/>
            <p:nvPr/>
          </p:nvSpPr>
          <p:spPr>
            <a:xfrm>
              <a:off x="2379000" y="1981514"/>
              <a:ext cx="516699" cy="994339"/>
            </a:xfrm>
            <a:custGeom>
              <a:avLst/>
              <a:gdLst/>
              <a:ahLst/>
              <a:cxnLst/>
              <a:rect l="l" t="t" r="r" b="b"/>
              <a:pathLst>
                <a:path w="6879" h="13238" extrusionOk="0">
                  <a:moveTo>
                    <a:pt x="1" y="1"/>
                  </a:moveTo>
                  <a:lnTo>
                    <a:pt x="1" y="13238"/>
                  </a:lnTo>
                  <a:lnTo>
                    <a:pt x="6879" y="13238"/>
                  </a:lnTo>
                  <a:lnTo>
                    <a:pt x="687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15"/>
            <p:cNvSpPr/>
            <p:nvPr/>
          </p:nvSpPr>
          <p:spPr>
            <a:xfrm>
              <a:off x="2257016" y="3041046"/>
              <a:ext cx="51903" cy="297596"/>
            </a:xfrm>
            <a:custGeom>
              <a:avLst/>
              <a:gdLst/>
              <a:ahLst/>
              <a:cxnLst/>
              <a:rect l="l" t="t" r="r" b="b"/>
              <a:pathLst>
                <a:path w="691" h="3962" extrusionOk="0">
                  <a:moveTo>
                    <a:pt x="1" y="1"/>
                  </a:moveTo>
                  <a:lnTo>
                    <a:pt x="1" y="3961"/>
                  </a:lnTo>
                  <a:lnTo>
                    <a:pt x="691" y="3961"/>
                  </a:lnTo>
                  <a:lnTo>
                    <a:pt x="69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15"/>
            <p:cNvSpPr/>
            <p:nvPr/>
          </p:nvSpPr>
          <p:spPr>
            <a:xfrm>
              <a:off x="2965859" y="3041046"/>
              <a:ext cx="51828" cy="297596"/>
            </a:xfrm>
            <a:custGeom>
              <a:avLst/>
              <a:gdLst/>
              <a:ahLst/>
              <a:cxnLst/>
              <a:rect l="l" t="t" r="r" b="b"/>
              <a:pathLst>
                <a:path w="690" h="3962" extrusionOk="0">
                  <a:moveTo>
                    <a:pt x="1" y="1"/>
                  </a:moveTo>
                  <a:lnTo>
                    <a:pt x="1" y="3961"/>
                  </a:lnTo>
                  <a:lnTo>
                    <a:pt x="689" y="3961"/>
                  </a:lnTo>
                  <a:lnTo>
                    <a:pt x="68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15"/>
            <p:cNvSpPr/>
            <p:nvPr/>
          </p:nvSpPr>
          <p:spPr>
            <a:xfrm>
              <a:off x="2408068" y="3338566"/>
              <a:ext cx="458637" cy="46645"/>
            </a:xfrm>
            <a:custGeom>
              <a:avLst/>
              <a:gdLst/>
              <a:ahLst/>
              <a:cxnLst/>
              <a:rect l="l" t="t" r="r" b="b"/>
              <a:pathLst>
                <a:path w="6106" h="621" extrusionOk="0">
                  <a:moveTo>
                    <a:pt x="1" y="0"/>
                  </a:moveTo>
                  <a:lnTo>
                    <a:pt x="1" y="620"/>
                  </a:lnTo>
                  <a:lnTo>
                    <a:pt x="6106" y="620"/>
                  </a:lnTo>
                  <a:lnTo>
                    <a:pt x="610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15"/>
            <p:cNvSpPr/>
            <p:nvPr/>
          </p:nvSpPr>
          <p:spPr>
            <a:xfrm>
              <a:off x="2408068" y="3338566"/>
              <a:ext cx="458637" cy="19604"/>
            </a:xfrm>
            <a:custGeom>
              <a:avLst/>
              <a:gdLst/>
              <a:ahLst/>
              <a:cxnLst/>
              <a:rect l="l" t="t" r="r" b="b"/>
              <a:pathLst>
                <a:path w="6106" h="261" extrusionOk="0">
                  <a:moveTo>
                    <a:pt x="1" y="0"/>
                  </a:moveTo>
                  <a:lnTo>
                    <a:pt x="1" y="260"/>
                  </a:lnTo>
                  <a:lnTo>
                    <a:pt x="6106" y="260"/>
                  </a:lnTo>
                  <a:lnTo>
                    <a:pt x="610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15"/>
            <p:cNvSpPr/>
            <p:nvPr/>
          </p:nvSpPr>
          <p:spPr>
            <a:xfrm>
              <a:off x="2244322" y="3385135"/>
              <a:ext cx="786203" cy="46720"/>
            </a:xfrm>
            <a:custGeom>
              <a:avLst/>
              <a:gdLst/>
              <a:ahLst/>
              <a:cxnLst/>
              <a:rect l="l" t="t" r="r" b="b"/>
              <a:pathLst>
                <a:path w="10467" h="622" extrusionOk="0">
                  <a:moveTo>
                    <a:pt x="0" y="0"/>
                  </a:moveTo>
                  <a:lnTo>
                    <a:pt x="0" y="622"/>
                  </a:lnTo>
                  <a:lnTo>
                    <a:pt x="10466" y="622"/>
                  </a:lnTo>
                  <a:lnTo>
                    <a:pt x="1046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15"/>
            <p:cNvSpPr/>
            <p:nvPr/>
          </p:nvSpPr>
          <p:spPr>
            <a:xfrm>
              <a:off x="2054736" y="3431780"/>
              <a:ext cx="1165295" cy="46645"/>
            </a:xfrm>
            <a:custGeom>
              <a:avLst/>
              <a:gdLst/>
              <a:ahLst/>
              <a:cxnLst/>
              <a:rect l="l" t="t" r="r" b="b"/>
              <a:pathLst>
                <a:path w="15514" h="621" extrusionOk="0">
                  <a:moveTo>
                    <a:pt x="1" y="1"/>
                  </a:moveTo>
                  <a:lnTo>
                    <a:pt x="1" y="621"/>
                  </a:lnTo>
                  <a:lnTo>
                    <a:pt x="15514" y="621"/>
                  </a:lnTo>
                  <a:lnTo>
                    <a:pt x="1551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15"/>
            <p:cNvSpPr/>
            <p:nvPr/>
          </p:nvSpPr>
          <p:spPr>
            <a:xfrm>
              <a:off x="2244322" y="3385135"/>
              <a:ext cx="786203" cy="19604"/>
            </a:xfrm>
            <a:custGeom>
              <a:avLst/>
              <a:gdLst/>
              <a:ahLst/>
              <a:cxnLst/>
              <a:rect l="l" t="t" r="r" b="b"/>
              <a:pathLst>
                <a:path w="10467" h="261" extrusionOk="0">
                  <a:moveTo>
                    <a:pt x="0" y="0"/>
                  </a:moveTo>
                  <a:lnTo>
                    <a:pt x="0" y="260"/>
                  </a:lnTo>
                  <a:lnTo>
                    <a:pt x="10466" y="260"/>
                  </a:lnTo>
                  <a:lnTo>
                    <a:pt x="1046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15"/>
            <p:cNvSpPr/>
            <p:nvPr/>
          </p:nvSpPr>
          <p:spPr>
            <a:xfrm>
              <a:off x="2054736" y="3431780"/>
              <a:ext cx="1165295" cy="19529"/>
            </a:xfrm>
            <a:custGeom>
              <a:avLst/>
              <a:gdLst/>
              <a:ahLst/>
              <a:cxnLst/>
              <a:rect l="l" t="t" r="r" b="b"/>
              <a:pathLst>
                <a:path w="15514" h="260" extrusionOk="0">
                  <a:moveTo>
                    <a:pt x="1" y="1"/>
                  </a:moveTo>
                  <a:lnTo>
                    <a:pt x="1" y="259"/>
                  </a:lnTo>
                  <a:lnTo>
                    <a:pt x="15514" y="259"/>
                  </a:lnTo>
                  <a:lnTo>
                    <a:pt x="1551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15"/>
            <p:cNvSpPr/>
            <p:nvPr/>
          </p:nvSpPr>
          <p:spPr>
            <a:xfrm>
              <a:off x="3220717" y="2011409"/>
              <a:ext cx="734375" cy="100350"/>
            </a:xfrm>
            <a:custGeom>
              <a:avLst/>
              <a:gdLst/>
              <a:ahLst/>
              <a:cxnLst/>
              <a:rect l="l" t="t" r="r" b="b"/>
              <a:pathLst>
                <a:path w="9777" h="1336" extrusionOk="0">
                  <a:moveTo>
                    <a:pt x="1" y="1"/>
                  </a:moveTo>
                  <a:lnTo>
                    <a:pt x="1" y="1335"/>
                  </a:lnTo>
                  <a:lnTo>
                    <a:pt x="9776" y="1335"/>
                  </a:lnTo>
                  <a:lnTo>
                    <a:pt x="977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15"/>
            <p:cNvSpPr/>
            <p:nvPr/>
          </p:nvSpPr>
          <p:spPr>
            <a:xfrm>
              <a:off x="3220717" y="2111684"/>
              <a:ext cx="655732" cy="1226963"/>
            </a:xfrm>
            <a:custGeom>
              <a:avLst/>
              <a:gdLst/>
              <a:ahLst/>
              <a:cxnLst/>
              <a:rect l="l" t="t" r="r" b="b"/>
              <a:pathLst>
                <a:path w="8730" h="16335" extrusionOk="0">
                  <a:moveTo>
                    <a:pt x="1" y="0"/>
                  </a:moveTo>
                  <a:lnTo>
                    <a:pt x="1" y="16334"/>
                  </a:lnTo>
                  <a:lnTo>
                    <a:pt x="8730" y="16334"/>
                  </a:lnTo>
                  <a:lnTo>
                    <a:pt x="873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15"/>
            <p:cNvSpPr/>
            <p:nvPr/>
          </p:nvSpPr>
          <p:spPr>
            <a:xfrm>
              <a:off x="3290798" y="2201893"/>
              <a:ext cx="127466" cy="221507"/>
            </a:xfrm>
            <a:custGeom>
              <a:avLst/>
              <a:gdLst/>
              <a:ahLst/>
              <a:cxnLst/>
              <a:rect l="l" t="t" r="r" b="b"/>
              <a:pathLst>
                <a:path w="1697" h="2949" extrusionOk="0">
                  <a:moveTo>
                    <a:pt x="1" y="0"/>
                  </a:moveTo>
                  <a:lnTo>
                    <a:pt x="1" y="2948"/>
                  </a:lnTo>
                  <a:lnTo>
                    <a:pt x="1696" y="2948"/>
                  </a:lnTo>
                  <a:lnTo>
                    <a:pt x="169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15"/>
            <p:cNvSpPr/>
            <p:nvPr/>
          </p:nvSpPr>
          <p:spPr>
            <a:xfrm>
              <a:off x="3308374" y="2222775"/>
              <a:ext cx="92463" cy="179444"/>
            </a:xfrm>
            <a:custGeom>
              <a:avLst/>
              <a:gdLst/>
              <a:ahLst/>
              <a:cxnLst/>
              <a:rect l="l" t="t" r="r" b="b"/>
              <a:pathLst>
                <a:path w="1231" h="2389" extrusionOk="0">
                  <a:moveTo>
                    <a:pt x="0" y="1"/>
                  </a:moveTo>
                  <a:lnTo>
                    <a:pt x="0" y="2389"/>
                  </a:lnTo>
                  <a:lnTo>
                    <a:pt x="1230" y="2389"/>
                  </a:lnTo>
                  <a:lnTo>
                    <a:pt x="123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15"/>
            <p:cNvSpPr/>
            <p:nvPr/>
          </p:nvSpPr>
          <p:spPr>
            <a:xfrm>
              <a:off x="3299060" y="2303445"/>
              <a:ext cx="111091" cy="18327"/>
            </a:xfrm>
            <a:custGeom>
              <a:avLst/>
              <a:gdLst/>
              <a:ahLst/>
              <a:cxnLst/>
              <a:rect l="l" t="t" r="r" b="b"/>
              <a:pathLst>
                <a:path w="1479" h="244" extrusionOk="0">
                  <a:moveTo>
                    <a:pt x="0" y="0"/>
                  </a:moveTo>
                  <a:lnTo>
                    <a:pt x="0" y="244"/>
                  </a:lnTo>
                  <a:lnTo>
                    <a:pt x="1479" y="244"/>
                  </a:lnTo>
                  <a:lnTo>
                    <a:pt x="147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5"/>
            <p:cNvSpPr/>
            <p:nvPr/>
          </p:nvSpPr>
          <p:spPr>
            <a:xfrm>
              <a:off x="3485040" y="2201893"/>
              <a:ext cx="127316" cy="221507"/>
            </a:xfrm>
            <a:custGeom>
              <a:avLst/>
              <a:gdLst/>
              <a:ahLst/>
              <a:cxnLst/>
              <a:rect l="l" t="t" r="r" b="b"/>
              <a:pathLst>
                <a:path w="1695" h="2949" extrusionOk="0">
                  <a:moveTo>
                    <a:pt x="0" y="0"/>
                  </a:moveTo>
                  <a:lnTo>
                    <a:pt x="0" y="2948"/>
                  </a:lnTo>
                  <a:lnTo>
                    <a:pt x="1695" y="2948"/>
                  </a:lnTo>
                  <a:lnTo>
                    <a:pt x="169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15"/>
            <p:cNvSpPr/>
            <p:nvPr/>
          </p:nvSpPr>
          <p:spPr>
            <a:xfrm>
              <a:off x="3502392" y="2222775"/>
              <a:ext cx="92463" cy="179444"/>
            </a:xfrm>
            <a:custGeom>
              <a:avLst/>
              <a:gdLst/>
              <a:ahLst/>
              <a:cxnLst/>
              <a:rect l="l" t="t" r="r" b="b"/>
              <a:pathLst>
                <a:path w="1231" h="2389" extrusionOk="0">
                  <a:moveTo>
                    <a:pt x="1" y="1"/>
                  </a:moveTo>
                  <a:lnTo>
                    <a:pt x="1" y="2389"/>
                  </a:lnTo>
                  <a:lnTo>
                    <a:pt x="1231" y="2389"/>
                  </a:lnTo>
                  <a:lnTo>
                    <a:pt x="123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15"/>
            <p:cNvSpPr/>
            <p:nvPr/>
          </p:nvSpPr>
          <p:spPr>
            <a:xfrm>
              <a:off x="3493078" y="2303445"/>
              <a:ext cx="111167" cy="18327"/>
            </a:xfrm>
            <a:custGeom>
              <a:avLst/>
              <a:gdLst/>
              <a:ahLst/>
              <a:cxnLst/>
              <a:rect l="l" t="t" r="r" b="b"/>
              <a:pathLst>
                <a:path w="1480" h="244" extrusionOk="0">
                  <a:moveTo>
                    <a:pt x="1" y="0"/>
                  </a:moveTo>
                  <a:lnTo>
                    <a:pt x="1" y="244"/>
                  </a:lnTo>
                  <a:lnTo>
                    <a:pt x="1479" y="244"/>
                  </a:lnTo>
                  <a:lnTo>
                    <a:pt x="147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15"/>
            <p:cNvSpPr/>
            <p:nvPr/>
          </p:nvSpPr>
          <p:spPr>
            <a:xfrm>
              <a:off x="3679133" y="2201893"/>
              <a:ext cx="127316" cy="221507"/>
            </a:xfrm>
            <a:custGeom>
              <a:avLst/>
              <a:gdLst/>
              <a:ahLst/>
              <a:cxnLst/>
              <a:rect l="l" t="t" r="r" b="b"/>
              <a:pathLst>
                <a:path w="1695" h="2949" extrusionOk="0">
                  <a:moveTo>
                    <a:pt x="0" y="0"/>
                  </a:moveTo>
                  <a:lnTo>
                    <a:pt x="0" y="2948"/>
                  </a:lnTo>
                  <a:lnTo>
                    <a:pt x="1694" y="2948"/>
                  </a:lnTo>
                  <a:lnTo>
                    <a:pt x="169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5"/>
            <p:cNvSpPr/>
            <p:nvPr/>
          </p:nvSpPr>
          <p:spPr>
            <a:xfrm>
              <a:off x="3696484" y="2222775"/>
              <a:ext cx="92463" cy="179444"/>
            </a:xfrm>
            <a:custGeom>
              <a:avLst/>
              <a:gdLst/>
              <a:ahLst/>
              <a:cxnLst/>
              <a:rect l="l" t="t" r="r" b="b"/>
              <a:pathLst>
                <a:path w="1231" h="2389" extrusionOk="0">
                  <a:moveTo>
                    <a:pt x="0" y="1"/>
                  </a:moveTo>
                  <a:lnTo>
                    <a:pt x="0" y="2389"/>
                  </a:lnTo>
                  <a:lnTo>
                    <a:pt x="1230" y="2389"/>
                  </a:lnTo>
                  <a:lnTo>
                    <a:pt x="123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15"/>
            <p:cNvSpPr/>
            <p:nvPr/>
          </p:nvSpPr>
          <p:spPr>
            <a:xfrm>
              <a:off x="3687170" y="2303445"/>
              <a:ext cx="111091" cy="18327"/>
            </a:xfrm>
            <a:custGeom>
              <a:avLst/>
              <a:gdLst/>
              <a:ahLst/>
              <a:cxnLst/>
              <a:rect l="l" t="t" r="r" b="b"/>
              <a:pathLst>
                <a:path w="1479" h="244" extrusionOk="0">
                  <a:moveTo>
                    <a:pt x="0" y="0"/>
                  </a:moveTo>
                  <a:lnTo>
                    <a:pt x="0" y="244"/>
                  </a:lnTo>
                  <a:lnTo>
                    <a:pt x="1479" y="244"/>
                  </a:lnTo>
                  <a:lnTo>
                    <a:pt x="147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15"/>
            <p:cNvSpPr/>
            <p:nvPr/>
          </p:nvSpPr>
          <p:spPr>
            <a:xfrm>
              <a:off x="3290798" y="2529307"/>
              <a:ext cx="127466" cy="221507"/>
            </a:xfrm>
            <a:custGeom>
              <a:avLst/>
              <a:gdLst/>
              <a:ahLst/>
              <a:cxnLst/>
              <a:rect l="l" t="t" r="r" b="b"/>
              <a:pathLst>
                <a:path w="1697" h="2949" extrusionOk="0">
                  <a:moveTo>
                    <a:pt x="1" y="0"/>
                  </a:moveTo>
                  <a:lnTo>
                    <a:pt x="1" y="2948"/>
                  </a:lnTo>
                  <a:lnTo>
                    <a:pt x="1696" y="2948"/>
                  </a:lnTo>
                  <a:lnTo>
                    <a:pt x="169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15"/>
            <p:cNvSpPr/>
            <p:nvPr/>
          </p:nvSpPr>
          <p:spPr>
            <a:xfrm>
              <a:off x="3308374" y="2550339"/>
              <a:ext cx="92463" cy="179444"/>
            </a:xfrm>
            <a:custGeom>
              <a:avLst/>
              <a:gdLst/>
              <a:ahLst/>
              <a:cxnLst/>
              <a:rect l="l" t="t" r="r" b="b"/>
              <a:pathLst>
                <a:path w="1231" h="2389" extrusionOk="0">
                  <a:moveTo>
                    <a:pt x="0" y="1"/>
                  </a:moveTo>
                  <a:lnTo>
                    <a:pt x="0" y="2389"/>
                  </a:lnTo>
                  <a:lnTo>
                    <a:pt x="1230" y="2389"/>
                  </a:lnTo>
                  <a:lnTo>
                    <a:pt x="123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15"/>
            <p:cNvSpPr/>
            <p:nvPr/>
          </p:nvSpPr>
          <p:spPr>
            <a:xfrm>
              <a:off x="3299060" y="2630784"/>
              <a:ext cx="111091" cy="18403"/>
            </a:xfrm>
            <a:custGeom>
              <a:avLst/>
              <a:gdLst/>
              <a:ahLst/>
              <a:cxnLst/>
              <a:rect l="l" t="t" r="r" b="b"/>
              <a:pathLst>
                <a:path w="1479" h="245" extrusionOk="0">
                  <a:moveTo>
                    <a:pt x="0" y="1"/>
                  </a:moveTo>
                  <a:lnTo>
                    <a:pt x="0" y="244"/>
                  </a:lnTo>
                  <a:lnTo>
                    <a:pt x="1479" y="244"/>
                  </a:lnTo>
                  <a:lnTo>
                    <a:pt x="147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15"/>
            <p:cNvSpPr/>
            <p:nvPr/>
          </p:nvSpPr>
          <p:spPr>
            <a:xfrm>
              <a:off x="3485040" y="2529307"/>
              <a:ext cx="127316" cy="221507"/>
            </a:xfrm>
            <a:custGeom>
              <a:avLst/>
              <a:gdLst/>
              <a:ahLst/>
              <a:cxnLst/>
              <a:rect l="l" t="t" r="r" b="b"/>
              <a:pathLst>
                <a:path w="1695" h="2949" extrusionOk="0">
                  <a:moveTo>
                    <a:pt x="0" y="0"/>
                  </a:moveTo>
                  <a:lnTo>
                    <a:pt x="0" y="2948"/>
                  </a:lnTo>
                  <a:lnTo>
                    <a:pt x="1695" y="2948"/>
                  </a:lnTo>
                  <a:lnTo>
                    <a:pt x="169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15"/>
            <p:cNvSpPr/>
            <p:nvPr/>
          </p:nvSpPr>
          <p:spPr>
            <a:xfrm>
              <a:off x="3502392" y="2550339"/>
              <a:ext cx="92463" cy="179444"/>
            </a:xfrm>
            <a:custGeom>
              <a:avLst/>
              <a:gdLst/>
              <a:ahLst/>
              <a:cxnLst/>
              <a:rect l="l" t="t" r="r" b="b"/>
              <a:pathLst>
                <a:path w="1231" h="2389" extrusionOk="0">
                  <a:moveTo>
                    <a:pt x="1" y="1"/>
                  </a:moveTo>
                  <a:lnTo>
                    <a:pt x="1" y="2389"/>
                  </a:lnTo>
                  <a:lnTo>
                    <a:pt x="1231" y="2389"/>
                  </a:lnTo>
                  <a:lnTo>
                    <a:pt x="123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15"/>
            <p:cNvSpPr/>
            <p:nvPr/>
          </p:nvSpPr>
          <p:spPr>
            <a:xfrm>
              <a:off x="3493078" y="2630784"/>
              <a:ext cx="111167" cy="18403"/>
            </a:xfrm>
            <a:custGeom>
              <a:avLst/>
              <a:gdLst/>
              <a:ahLst/>
              <a:cxnLst/>
              <a:rect l="l" t="t" r="r" b="b"/>
              <a:pathLst>
                <a:path w="1480" h="245" extrusionOk="0">
                  <a:moveTo>
                    <a:pt x="1" y="1"/>
                  </a:moveTo>
                  <a:lnTo>
                    <a:pt x="1" y="244"/>
                  </a:lnTo>
                  <a:lnTo>
                    <a:pt x="1479" y="244"/>
                  </a:lnTo>
                  <a:lnTo>
                    <a:pt x="147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15"/>
            <p:cNvSpPr/>
            <p:nvPr/>
          </p:nvSpPr>
          <p:spPr>
            <a:xfrm>
              <a:off x="3679133" y="2529307"/>
              <a:ext cx="127316" cy="221507"/>
            </a:xfrm>
            <a:custGeom>
              <a:avLst/>
              <a:gdLst/>
              <a:ahLst/>
              <a:cxnLst/>
              <a:rect l="l" t="t" r="r" b="b"/>
              <a:pathLst>
                <a:path w="1695" h="2949" extrusionOk="0">
                  <a:moveTo>
                    <a:pt x="0" y="0"/>
                  </a:moveTo>
                  <a:lnTo>
                    <a:pt x="0" y="2948"/>
                  </a:lnTo>
                  <a:lnTo>
                    <a:pt x="1694" y="2948"/>
                  </a:lnTo>
                  <a:lnTo>
                    <a:pt x="169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15"/>
            <p:cNvSpPr/>
            <p:nvPr/>
          </p:nvSpPr>
          <p:spPr>
            <a:xfrm>
              <a:off x="3696484" y="2550339"/>
              <a:ext cx="92463" cy="179444"/>
            </a:xfrm>
            <a:custGeom>
              <a:avLst/>
              <a:gdLst/>
              <a:ahLst/>
              <a:cxnLst/>
              <a:rect l="l" t="t" r="r" b="b"/>
              <a:pathLst>
                <a:path w="1231" h="2389" extrusionOk="0">
                  <a:moveTo>
                    <a:pt x="0" y="1"/>
                  </a:moveTo>
                  <a:lnTo>
                    <a:pt x="0" y="2389"/>
                  </a:lnTo>
                  <a:lnTo>
                    <a:pt x="1230" y="2389"/>
                  </a:lnTo>
                  <a:lnTo>
                    <a:pt x="123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15"/>
            <p:cNvSpPr/>
            <p:nvPr/>
          </p:nvSpPr>
          <p:spPr>
            <a:xfrm>
              <a:off x="3687170" y="2630784"/>
              <a:ext cx="111091" cy="18403"/>
            </a:xfrm>
            <a:custGeom>
              <a:avLst/>
              <a:gdLst/>
              <a:ahLst/>
              <a:cxnLst/>
              <a:rect l="l" t="t" r="r" b="b"/>
              <a:pathLst>
                <a:path w="1479" h="245" extrusionOk="0">
                  <a:moveTo>
                    <a:pt x="0" y="1"/>
                  </a:moveTo>
                  <a:lnTo>
                    <a:pt x="0" y="244"/>
                  </a:lnTo>
                  <a:lnTo>
                    <a:pt x="1479" y="244"/>
                  </a:lnTo>
                  <a:lnTo>
                    <a:pt x="147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15"/>
            <p:cNvSpPr/>
            <p:nvPr/>
          </p:nvSpPr>
          <p:spPr>
            <a:xfrm>
              <a:off x="3290798" y="2856796"/>
              <a:ext cx="127466" cy="221507"/>
            </a:xfrm>
            <a:custGeom>
              <a:avLst/>
              <a:gdLst/>
              <a:ahLst/>
              <a:cxnLst/>
              <a:rect l="l" t="t" r="r" b="b"/>
              <a:pathLst>
                <a:path w="1697" h="2949" extrusionOk="0">
                  <a:moveTo>
                    <a:pt x="1" y="0"/>
                  </a:moveTo>
                  <a:lnTo>
                    <a:pt x="1" y="2949"/>
                  </a:lnTo>
                  <a:lnTo>
                    <a:pt x="1696" y="2949"/>
                  </a:lnTo>
                  <a:lnTo>
                    <a:pt x="1696" y="0"/>
                  </a:lnTo>
                  <a:close/>
                </a:path>
              </a:pathLst>
            </a:custGeom>
            <a:solidFill>
              <a:srgbClr val="3289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15"/>
            <p:cNvSpPr/>
            <p:nvPr/>
          </p:nvSpPr>
          <p:spPr>
            <a:xfrm>
              <a:off x="3308374" y="2877828"/>
              <a:ext cx="92463" cy="179444"/>
            </a:xfrm>
            <a:custGeom>
              <a:avLst/>
              <a:gdLst/>
              <a:ahLst/>
              <a:cxnLst/>
              <a:rect l="l" t="t" r="r" b="b"/>
              <a:pathLst>
                <a:path w="1231" h="2389" extrusionOk="0">
                  <a:moveTo>
                    <a:pt x="0" y="0"/>
                  </a:moveTo>
                  <a:lnTo>
                    <a:pt x="0" y="2388"/>
                  </a:lnTo>
                  <a:lnTo>
                    <a:pt x="1230" y="2388"/>
                  </a:lnTo>
                  <a:lnTo>
                    <a:pt x="123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15"/>
            <p:cNvSpPr/>
            <p:nvPr/>
          </p:nvSpPr>
          <p:spPr>
            <a:xfrm>
              <a:off x="3299060" y="2958273"/>
              <a:ext cx="111091" cy="18403"/>
            </a:xfrm>
            <a:custGeom>
              <a:avLst/>
              <a:gdLst/>
              <a:ahLst/>
              <a:cxnLst/>
              <a:rect l="l" t="t" r="r" b="b"/>
              <a:pathLst>
                <a:path w="1479" h="245" extrusionOk="0">
                  <a:moveTo>
                    <a:pt x="0" y="1"/>
                  </a:moveTo>
                  <a:lnTo>
                    <a:pt x="0" y="244"/>
                  </a:lnTo>
                  <a:lnTo>
                    <a:pt x="1479" y="244"/>
                  </a:lnTo>
                  <a:lnTo>
                    <a:pt x="1479" y="1"/>
                  </a:lnTo>
                  <a:close/>
                </a:path>
              </a:pathLst>
            </a:custGeom>
            <a:solidFill>
              <a:srgbClr val="3289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15"/>
            <p:cNvSpPr/>
            <p:nvPr/>
          </p:nvSpPr>
          <p:spPr>
            <a:xfrm>
              <a:off x="3485040" y="2856796"/>
              <a:ext cx="127316" cy="221507"/>
            </a:xfrm>
            <a:custGeom>
              <a:avLst/>
              <a:gdLst/>
              <a:ahLst/>
              <a:cxnLst/>
              <a:rect l="l" t="t" r="r" b="b"/>
              <a:pathLst>
                <a:path w="1695" h="2949" extrusionOk="0">
                  <a:moveTo>
                    <a:pt x="0" y="0"/>
                  </a:moveTo>
                  <a:lnTo>
                    <a:pt x="0" y="2949"/>
                  </a:lnTo>
                  <a:lnTo>
                    <a:pt x="1695" y="2949"/>
                  </a:lnTo>
                  <a:lnTo>
                    <a:pt x="1695" y="0"/>
                  </a:lnTo>
                  <a:close/>
                </a:path>
              </a:pathLst>
            </a:custGeom>
            <a:solidFill>
              <a:srgbClr val="3289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15"/>
            <p:cNvSpPr/>
            <p:nvPr/>
          </p:nvSpPr>
          <p:spPr>
            <a:xfrm>
              <a:off x="3502392" y="2877828"/>
              <a:ext cx="92463" cy="179444"/>
            </a:xfrm>
            <a:custGeom>
              <a:avLst/>
              <a:gdLst/>
              <a:ahLst/>
              <a:cxnLst/>
              <a:rect l="l" t="t" r="r" b="b"/>
              <a:pathLst>
                <a:path w="1231" h="2389" extrusionOk="0">
                  <a:moveTo>
                    <a:pt x="1" y="0"/>
                  </a:moveTo>
                  <a:lnTo>
                    <a:pt x="1" y="2388"/>
                  </a:lnTo>
                  <a:lnTo>
                    <a:pt x="1231" y="2388"/>
                  </a:lnTo>
                  <a:lnTo>
                    <a:pt x="123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15"/>
            <p:cNvSpPr/>
            <p:nvPr/>
          </p:nvSpPr>
          <p:spPr>
            <a:xfrm>
              <a:off x="3493078" y="2958273"/>
              <a:ext cx="111167" cy="18403"/>
            </a:xfrm>
            <a:custGeom>
              <a:avLst/>
              <a:gdLst/>
              <a:ahLst/>
              <a:cxnLst/>
              <a:rect l="l" t="t" r="r" b="b"/>
              <a:pathLst>
                <a:path w="1480" h="245" extrusionOk="0">
                  <a:moveTo>
                    <a:pt x="1" y="1"/>
                  </a:moveTo>
                  <a:lnTo>
                    <a:pt x="1" y="244"/>
                  </a:lnTo>
                  <a:lnTo>
                    <a:pt x="1479" y="244"/>
                  </a:lnTo>
                  <a:lnTo>
                    <a:pt x="1479" y="1"/>
                  </a:lnTo>
                  <a:close/>
                </a:path>
              </a:pathLst>
            </a:custGeom>
            <a:solidFill>
              <a:srgbClr val="3289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15"/>
            <p:cNvSpPr/>
            <p:nvPr/>
          </p:nvSpPr>
          <p:spPr>
            <a:xfrm>
              <a:off x="3679133" y="2856796"/>
              <a:ext cx="127316" cy="221507"/>
            </a:xfrm>
            <a:custGeom>
              <a:avLst/>
              <a:gdLst/>
              <a:ahLst/>
              <a:cxnLst/>
              <a:rect l="l" t="t" r="r" b="b"/>
              <a:pathLst>
                <a:path w="1695" h="2949" extrusionOk="0">
                  <a:moveTo>
                    <a:pt x="0" y="0"/>
                  </a:moveTo>
                  <a:lnTo>
                    <a:pt x="0" y="2949"/>
                  </a:lnTo>
                  <a:lnTo>
                    <a:pt x="1694" y="2949"/>
                  </a:lnTo>
                  <a:lnTo>
                    <a:pt x="1694" y="0"/>
                  </a:lnTo>
                  <a:close/>
                </a:path>
              </a:pathLst>
            </a:custGeom>
            <a:solidFill>
              <a:srgbClr val="3289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15"/>
            <p:cNvSpPr/>
            <p:nvPr/>
          </p:nvSpPr>
          <p:spPr>
            <a:xfrm>
              <a:off x="3696484" y="2877828"/>
              <a:ext cx="92463" cy="179444"/>
            </a:xfrm>
            <a:custGeom>
              <a:avLst/>
              <a:gdLst/>
              <a:ahLst/>
              <a:cxnLst/>
              <a:rect l="l" t="t" r="r" b="b"/>
              <a:pathLst>
                <a:path w="1231" h="2389" extrusionOk="0">
                  <a:moveTo>
                    <a:pt x="0" y="0"/>
                  </a:moveTo>
                  <a:lnTo>
                    <a:pt x="0" y="2388"/>
                  </a:lnTo>
                  <a:lnTo>
                    <a:pt x="1230" y="2388"/>
                  </a:lnTo>
                  <a:lnTo>
                    <a:pt x="123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15"/>
            <p:cNvSpPr/>
            <p:nvPr/>
          </p:nvSpPr>
          <p:spPr>
            <a:xfrm>
              <a:off x="3687170" y="2958273"/>
              <a:ext cx="111091" cy="18403"/>
            </a:xfrm>
            <a:custGeom>
              <a:avLst/>
              <a:gdLst/>
              <a:ahLst/>
              <a:cxnLst/>
              <a:rect l="l" t="t" r="r" b="b"/>
              <a:pathLst>
                <a:path w="1479" h="245" extrusionOk="0">
                  <a:moveTo>
                    <a:pt x="0" y="1"/>
                  </a:moveTo>
                  <a:lnTo>
                    <a:pt x="0" y="244"/>
                  </a:lnTo>
                  <a:lnTo>
                    <a:pt x="1479" y="244"/>
                  </a:lnTo>
                  <a:lnTo>
                    <a:pt x="1479" y="1"/>
                  </a:lnTo>
                  <a:close/>
                </a:path>
              </a:pathLst>
            </a:custGeom>
            <a:solidFill>
              <a:srgbClr val="3289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15"/>
            <p:cNvSpPr/>
            <p:nvPr/>
          </p:nvSpPr>
          <p:spPr>
            <a:xfrm>
              <a:off x="3220717" y="2111684"/>
              <a:ext cx="699523" cy="40185"/>
            </a:xfrm>
            <a:custGeom>
              <a:avLst/>
              <a:gdLst/>
              <a:ahLst/>
              <a:cxnLst/>
              <a:rect l="l" t="t" r="r" b="b"/>
              <a:pathLst>
                <a:path w="9313" h="535" extrusionOk="0">
                  <a:moveTo>
                    <a:pt x="1" y="0"/>
                  </a:moveTo>
                  <a:lnTo>
                    <a:pt x="1" y="534"/>
                  </a:lnTo>
                  <a:lnTo>
                    <a:pt x="9313" y="534"/>
                  </a:lnTo>
                  <a:lnTo>
                    <a:pt x="931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15"/>
            <p:cNvSpPr/>
            <p:nvPr/>
          </p:nvSpPr>
          <p:spPr>
            <a:xfrm>
              <a:off x="3220717" y="3189844"/>
              <a:ext cx="656333" cy="148873"/>
            </a:xfrm>
            <a:custGeom>
              <a:avLst/>
              <a:gdLst/>
              <a:ahLst/>
              <a:cxnLst/>
              <a:rect l="l" t="t" r="r" b="b"/>
              <a:pathLst>
                <a:path w="8738" h="1982" extrusionOk="0">
                  <a:moveTo>
                    <a:pt x="1" y="1"/>
                  </a:moveTo>
                  <a:lnTo>
                    <a:pt x="1" y="1981"/>
                  </a:lnTo>
                  <a:lnTo>
                    <a:pt x="8738" y="1981"/>
                  </a:lnTo>
                  <a:lnTo>
                    <a:pt x="87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15"/>
            <p:cNvSpPr/>
            <p:nvPr/>
          </p:nvSpPr>
          <p:spPr>
            <a:xfrm>
              <a:off x="3308374" y="2222549"/>
              <a:ext cx="92539" cy="80671"/>
            </a:xfrm>
            <a:custGeom>
              <a:avLst/>
              <a:gdLst/>
              <a:ahLst/>
              <a:cxnLst/>
              <a:rect l="l" t="t" r="r" b="b"/>
              <a:pathLst>
                <a:path w="1232" h="1074" extrusionOk="0">
                  <a:moveTo>
                    <a:pt x="0" y="1"/>
                  </a:moveTo>
                  <a:lnTo>
                    <a:pt x="0" y="1074"/>
                  </a:lnTo>
                  <a:lnTo>
                    <a:pt x="1231" y="1"/>
                  </a:lnTo>
                  <a:close/>
                </a:path>
              </a:pathLst>
            </a:custGeom>
            <a:solidFill>
              <a:srgbClr val="E1F6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15"/>
            <p:cNvSpPr/>
            <p:nvPr/>
          </p:nvSpPr>
          <p:spPr>
            <a:xfrm>
              <a:off x="3502392" y="2222549"/>
              <a:ext cx="92539" cy="80671"/>
            </a:xfrm>
            <a:custGeom>
              <a:avLst/>
              <a:gdLst/>
              <a:ahLst/>
              <a:cxnLst/>
              <a:rect l="l" t="t" r="r" b="b"/>
              <a:pathLst>
                <a:path w="1232" h="1074" extrusionOk="0">
                  <a:moveTo>
                    <a:pt x="1" y="1"/>
                  </a:moveTo>
                  <a:lnTo>
                    <a:pt x="1" y="1074"/>
                  </a:lnTo>
                  <a:lnTo>
                    <a:pt x="1232" y="1"/>
                  </a:lnTo>
                  <a:close/>
                </a:path>
              </a:pathLst>
            </a:custGeom>
            <a:solidFill>
              <a:srgbClr val="E1F6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15"/>
            <p:cNvSpPr/>
            <p:nvPr/>
          </p:nvSpPr>
          <p:spPr>
            <a:xfrm>
              <a:off x="3696484" y="2222549"/>
              <a:ext cx="92539" cy="80671"/>
            </a:xfrm>
            <a:custGeom>
              <a:avLst/>
              <a:gdLst/>
              <a:ahLst/>
              <a:cxnLst/>
              <a:rect l="l" t="t" r="r" b="b"/>
              <a:pathLst>
                <a:path w="1232" h="1074" extrusionOk="0">
                  <a:moveTo>
                    <a:pt x="0" y="1"/>
                  </a:moveTo>
                  <a:lnTo>
                    <a:pt x="0" y="1074"/>
                  </a:lnTo>
                  <a:lnTo>
                    <a:pt x="1231" y="1"/>
                  </a:lnTo>
                  <a:close/>
                </a:path>
              </a:pathLst>
            </a:custGeom>
            <a:solidFill>
              <a:srgbClr val="E1F6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15"/>
            <p:cNvSpPr/>
            <p:nvPr/>
          </p:nvSpPr>
          <p:spPr>
            <a:xfrm>
              <a:off x="3308374" y="2321397"/>
              <a:ext cx="92539" cy="80671"/>
            </a:xfrm>
            <a:custGeom>
              <a:avLst/>
              <a:gdLst/>
              <a:ahLst/>
              <a:cxnLst/>
              <a:rect l="l" t="t" r="r" b="b"/>
              <a:pathLst>
                <a:path w="1232" h="1074" extrusionOk="0">
                  <a:moveTo>
                    <a:pt x="0" y="0"/>
                  </a:moveTo>
                  <a:lnTo>
                    <a:pt x="0" y="1074"/>
                  </a:lnTo>
                  <a:lnTo>
                    <a:pt x="1231" y="0"/>
                  </a:lnTo>
                  <a:close/>
                </a:path>
              </a:pathLst>
            </a:custGeom>
            <a:solidFill>
              <a:srgbClr val="E1F6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15"/>
            <p:cNvSpPr/>
            <p:nvPr/>
          </p:nvSpPr>
          <p:spPr>
            <a:xfrm>
              <a:off x="3502392" y="2321397"/>
              <a:ext cx="92539" cy="80671"/>
            </a:xfrm>
            <a:custGeom>
              <a:avLst/>
              <a:gdLst/>
              <a:ahLst/>
              <a:cxnLst/>
              <a:rect l="l" t="t" r="r" b="b"/>
              <a:pathLst>
                <a:path w="1232" h="1074" extrusionOk="0">
                  <a:moveTo>
                    <a:pt x="1" y="0"/>
                  </a:moveTo>
                  <a:lnTo>
                    <a:pt x="1" y="1074"/>
                  </a:lnTo>
                  <a:lnTo>
                    <a:pt x="1232" y="0"/>
                  </a:lnTo>
                  <a:close/>
                </a:path>
              </a:pathLst>
            </a:custGeom>
            <a:solidFill>
              <a:srgbClr val="E1F6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15"/>
            <p:cNvSpPr/>
            <p:nvPr/>
          </p:nvSpPr>
          <p:spPr>
            <a:xfrm>
              <a:off x="3696484" y="2321397"/>
              <a:ext cx="92539" cy="80671"/>
            </a:xfrm>
            <a:custGeom>
              <a:avLst/>
              <a:gdLst/>
              <a:ahLst/>
              <a:cxnLst/>
              <a:rect l="l" t="t" r="r" b="b"/>
              <a:pathLst>
                <a:path w="1232" h="1074" extrusionOk="0">
                  <a:moveTo>
                    <a:pt x="0" y="0"/>
                  </a:moveTo>
                  <a:lnTo>
                    <a:pt x="0" y="1074"/>
                  </a:lnTo>
                  <a:lnTo>
                    <a:pt x="1231" y="0"/>
                  </a:lnTo>
                  <a:close/>
                </a:path>
              </a:pathLst>
            </a:custGeom>
            <a:solidFill>
              <a:srgbClr val="E1F6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15"/>
            <p:cNvSpPr/>
            <p:nvPr/>
          </p:nvSpPr>
          <p:spPr>
            <a:xfrm>
              <a:off x="3308374" y="2550339"/>
              <a:ext cx="92539" cy="80521"/>
            </a:xfrm>
            <a:custGeom>
              <a:avLst/>
              <a:gdLst/>
              <a:ahLst/>
              <a:cxnLst/>
              <a:rect l="l" t="t" r="r" b="b"/>
              <a:pathLst>
                <a:path w="1232" h="1072" extrusionOk="0">
                  <a:moveTo>
                    <a:pt x="0" y="1"/>
                  </a:moveTo>
                  <a:lnTo>
                    <a:pt x="0" y="1072"/>
                  </a:lnTo>
                  <a:lnTo>
                    <a:pt x="1231" y="1"/>
                  </a:lnTo>
                  <a:close/>
                </a:path>
              </a:pathLst>
            </a:custGeom>
            <a:solidFill>
              <a:srgbClr val="E1F6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15"/>
            <p:cNvSpPr/>
            <p:nvPr/>
          </p:nvSpPr>
          <p:spPr>
            <a:xfrm>
              <a:off x="3502392" y="2550339"/>
              <a:ext cx="92539" cy="80521"/>
            </a:xfrm>
            <a:custGeom>
              <a:avLst/>
              <a:gdLst/>
              <a:ahLst/>
              <a:cxnLst/>
              <a:rect l="l" t="t" r="r" b="b"/>
              <a:pathLst>
                <a:path w="1232" h="1072" extrusionOk="0">
                  <a:moveTo>
                    <a:pt x="1" y="1"/>
                  </a:moveTo>
                  <a:lnTo>
                    <a:pt x="1" y="1072"/>
                  </a:lnTo>
                  <a:lnTo>
                    <a:pt x="1232" y="1"/>
                  </a:lnTo>
                  <a:close/>
                </a:path>
              </a:pathLst>
            </a:custGeom>
            <a:solidFill>
              <a:srgbClr val="E1F6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15"/>
            <p:cNvSpPr/>
            <p:nvPr/>
          </p:nvSpPr>
          <p:spPr>
            <a:xfrm>
              <a:off x="3696484" y="2550339"/>
              <a:ext cx="92539" cy="80521"/>
            </a:xfrm>
            <a:custGeom>
              <a:avLst/>
              <a:gdLst/>
              <a:ahLst/>
              <a:cxnLst/>
              <a:rect l="l" t="t" r="r" b="b"/>
              <a:pathLst>
                <a:path w="1232" h="1072" extrusionOk="0">
                  <a:moveTo>
                    <a:pt x="0" y="1"/>
                  </a:moveTo>
                  <a:lnTo>
                    <a:pt x="0" y="1072"/>
                  </a:lnTo>
                  <a:lnTo>
                    <a:pt x="1231" y="1"/>
                  </a:lnTo>
                  <a:close/>
                </a:path>
              </a:pathLst>
            </a:custGeom>
            <a:solidFill>
              <a:srgbClr val="E1F6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15"/>
            <p:cNvSpPr/>
            <p:nvPr/>
          </p:nvSpPr>
          <p:spPr>
            <a:xfrm>
              <a:off x="3308374" y="2649186"/>
              <a:ext cx="92539" cy="80596"/>
            </a:xfrm>
            <a:custGeom>
              <a:avLst/>
              <a:gdLst/>
              <a:ahLst/>
              <a:cxnLst/>
              <a:rect l="l" t="t" r="r" b="b"/>
              <a:pathLst>
                <a:path w="1232" h="1073" extrusionOk="0">
                  <a:moveTo>
                    <a:pt x="0" y="0"/>
                  </a:moveTo>
                  <a:lnTo>
                    <a:pt x="0" y="1073"/>
                  </a:lnTo>
                  <a:lnTo>
                    <a:pt x="1231" y="0"/>
                  </a:lnTo>
                  <a:close/>
                </a:path>
              </a:pathLst>
            </a:custGeom>
            <a:solidFill>
              <a:srgbClr val="E1F6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15"/>
            <p:cNvSpPr/>
            <p:nvPr/>
          </p:nvSpPr>
          <p:spPr>
            <a:xfrm>
              <a:off x="3502392" y="2649186"/>
              <a:ext cx="92539" cy="80596"/>
            </a:xfrm>
            <a:custGeom>
              <a:avLst/>
              <a:gdLst/>
              <a:ahLst/>
              <a:cxnLst/>
              <a:rect l="l" t="t" r="r" b="b"/>
              <a:pathLst>
                <a:path w="1232" h="1073" extrusionOk="0">
                  <a:moveTo>
                    <a:pt x="1" y="0"/>
                  </a:moveTo>
                  <a:lnTo>
                    <a:pt x="1" y="1073"/>
                  </a:lnTo>
                  <a:lnTo>
                    <a:pt x="1232" y="0"/>
                  </a:lnTo>
                  <a:close/>
                </a:path>
              </a:pathLst>
            </a:custGeom>
            <a:solidFill>
              <a:srgbClr val="E1F6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15"/>
            <p:cNvSpPr/>
            <p:nvPr/>
          </p:nvSpPr>
          <p:spPr>
            <a:xfrm>
              <a:off x="3696484" y="2649186"/>
              <a:ext cx="92539" cy="80596"/>
            </a:xfrm>
            <a:custGeom>
              <a:avLst/>
              <a:gdLst/>
              <a:ahLst/>
              <a:cxnLst/>
              <a:rect l="l" t="t" r="r" b="b"/>
              <a:pathLst>
                <a:path w="1232" h="1073" extrusionOk="0">
                  <a:moveTo>
                    <a:pt x="0" y="0"/>
                  </a:moveTo>
                  <a:lnTo>
                    <a:pt x="0" y="1073"/>
                  </a:lnTo>
                  <a:lnTo>
                    <a:pt x="1231" y="0"/>
                  </a:lnTo>
                  <a:close/>
                </a:path>
              </a:pathLst>
            </a:custGeom>
            <a:solidFill>
              <a:srgbClr val="E1F6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15"/>
            <p:cNvSpPr/>
            <p:nvPr/>
          </p:nvSpPr>
          <p:spPr>
            <a:xfrm>
              <a:off x="3308374" y="2877828"/>
              <a:ext cx="92539" cy="80596"/>
            </a:xfrm>
            <a:custGeom>
              <a:avLst/>
              <a:gdLst/>
              <a:ahLst/>
              <a:cxnLst/>
              <a:rect l="l" t="t" r="r" b="b"/>
              <a:pathLst>
                <a:path w="1232" h="1073" extrusionOk="0">
                  <a:moveTo>
                    <a:pt x="0" y="0"/>
                  </a:moveTo>
                  <a:lnTo>
                    <a:pt x="0" y="1073"/>
                  </a:lnTo>
                  <a:lnTo>
                    <a:pt x="1231" y="0"/>
                  </a:lnTo>
                  <a:close/>
                </a:path>
              </a:pathLst>
            </a:custGeom>
            <a:solidFill>
              <a:srgbClr val="E1F6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15"/>
            <p:cNvSpPr/>
            <p:nvPr/>
          </p:nvSpPr>
          <p:spPr>
            <a:xfrm>
              <a:off x="3502392" y="2877828"/>
              <a:ext cx="92539" cy="80596"/>
            </a:xfrm>
            <a:custGeom>
              <a:avLst/>
              <a:gdLst/>
              <a:ahLst/>
              <a:cxnLst/>
              <a:rect l="l" t="t" r="r" b="b"/>
              <a:pathLst>
                <a:path w="1232" h="1073" extrusionOk="0">
                  <a:moveTo>
                    <a:pt x="1" y="0"/>
                  </a:moveTo>
                  <a:lnTo>
                    <a:pt x="1" y="1073"/>
                  </a:lnTo>
                  <a:lnTo>
                    <a:pt x="1232" y="0"/>
                  </a:lnTo>
                  <a:close/>
                </a:path>
              </a:pathLst>
            </a:custGeom>
            <a:solidFill>
              <a:srgbClr val="E1F6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15"/>
            <p:cNvSpPr/>
            <p:nvPr/>
          </p:nvSpPr>
          <p:spPr>
            <a:xfrm>
              <a:off x="3696484" y="2877828"/>
              <a:ext cx="92539" cy="80596"/>
            </a:xfrm>
            <a:custGeom>
              <a:avLst/>
              <a:gdLst/>
              <a:ahLst/>
              <a:cxnLst/>
              <a:rect l="l" t="t" r="r" b="b"/>
              <a:pathLst>
                <a:path w="1232" h="1073" extrusionOk="0">
                  <a:moveTo>
                    <a:pt x="0" y="0"/>
                  </a:moveTo>
                  <a:lnTo>
                    <a:pt x="0" y="1073"/>
                  </a:lnTo>
                  <a:lnTo>
                    <a:pt x="1231" y="0"/>
                  </a:lnTo>
                  <a:close/>
                </a:path>
              </a:pathLst>
            </a:custGeom>
            <a:solidFill>
              <a:srgbClr val="E1F6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15"/>
            <p:cNvSpPr/>
            <p:nvPr/>
          </p:nvSpPr>
          <p:spPr>
            <a:xfrm>
              <a:off x="3308374" y="2976675"/>
              <a:ext cx="92539" cy="80596"/>
            </a:xfrm>
            <a:custGeom>
              <a:avLst/>
              <a:gdLst/>
              <a:ahLst/>
              <a:cxnLst/>
              <a:rect l="l" t="t" r="r" b="b"/>
              <a:pathLst>
                <a:path w="1232" h="1073" extrusionOk="0">
                  <a:moveTo>
                    <a:pt x="0" y="0"/>
                  </a:moveTo>
                  <a:lnTo>
                    <a:pt x="0" y="1072"/>
                  </a:lnTo>
                  <a:lnTo>
                    <a:pt x="1231" y="0"/>
                  </a:lnTo>
                  <a:close/>
                </a:path>
              </a:pathLst>
            </a:custGeom>
            <a:solidFill>
              <a:srgbClr val="E1F6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15"/>
            <p:cNvSpPr/>
            <p:nvPr/>
          </p:nvSpPr>
          <p:spPr>
            <a:xfrm>
              <a:off x="3502392" y="2976675"/>
              <a:ext cx="92539" cy="80596"/>
            </a:xfrm>
            <a:custGeom>
              <a:avLst/>
              <a:gdLst/>
              <a:ahLst/>
              <a:cxnLst/>
              <a:rect l="l" t="t" r="r" b="b"/>
              <a:pathLst>
                <a:path w="1232" h="1073" extrusionOk="0">
                  <a:moveTo>
                    <a:pt x="1" y="0"/>
                  </a:moveTo>
                  <a:lnTo>
                    <a:pt x="1" y="1072"/>
                  </a:lnTo>
                  <a:lnTo>
                    <a:pt x="1232" y="0"/>
                  </a:lnTo>
                  <a:close/>
                </a:path>
              </a:pathLst>
            </a:custGeom>
            <a:solidFill>
              <a:srgbClr val="E1F6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15"/>
            <p:cNvSpPr/>
            <p:nvPr/>
          </p:nvSpPr>
          <p:spPr>
            <a:xfrm>
              <a:off x="3696484" y="2976675"/>
              <a:ext cx="92539" cy="80596"/>
            </a:xfrm>
            <a:custGeom>
              <a:avLst/>
              <a:gdLst/>
              <a:ahLst/>
              <a:cxnLst/>
              <a:rect l="l" t="t" r="r" b="b"/>
              <a:pathLst>
                <a:path w="1232" h="1073" extrusionOk="0">
                  <a:moveTo>
                    <a:pt x="0" y="0"/>
                  </a:moveTo>
                  <a:lnTo>
                    <a:pt x="0" y="1072"/>
                  </a:lnTo>
                  <a:lnTo>
                    <a:pt x="1231" y="0"/>
                  </a:lnTo>
                  <a:close/>
                </a:path>
              </a:pathLst>
            </a:custGeom>
            <a:solidFill>
              <a:srgbClr val="E1F6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15"/>
            <p:cNvSpPr/>
            <p:nvPr/>
          </p:nvSpPr>
          <p:spPr>
            <a:xfrm>
              <a:off x="1319754" y="2011184"/>
              <a:ext cx="734300" cy="100350"/>
            </a:xfrm>
            <a:custGeom>
              <a:avLst/>
              <a:gdLst/>
              <a:ahLst/>
              <a:cxnLst/>
              <a:rect l="l" t="t" r="r" b="b"/>
              <a:pathLst>
                <a:path w="9776" h="1336" extrusionOk="0">
                  <a:moveTo>
                    <a:pt x="0" y="1"/>
                  </a:moveTo>
                  <a:lnTo>
                    <a:pt x="0" y="1335"/>
                  </a:lnTo>
                  <a:lnTo>
                    <a:pt x="9776" y="1335"/>
                  </a:lnTo>
                  <a:lnTo>
                    <a:pt x="977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15"/>
            <p:cNvSpPr/>
            <p:nvPr/>
          </p:nvSpPr>
          <p:spPr>
            <a:xfrm>
              <a:off x="1398248" y="2111383"/>
              <a:ext cx="655807" cy="1226963"/>
            </a:xfrm>
            <a:custGeom>
              <a:avLst/>
              <a:gdLst/>
              <a:ahLst/>
              <a:cxnLst/>
              <a:rect l="l" t="t" r="r" b="b"/>
              <a:pathLst>
                <a:path w="8731" h="16335" extrusionOk="0">
                  <a:moveTo>
                    <a:pt x="1" y="0"/>
                  </a:moveTo>
                  <a:lnTo>
                    <a:pt x="1" y="16334"/>
                  </a:lnTo>
                  <a:lnTo>
                    <a:pt x="8731" y="16334"/>
                  </a:lnTo>
                  <a:lnTo>
                    <a:pt x="873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15"/>
            <p:cNvSpPr/>
            <p:nvPr/>
          </p:nvSpPr>
          <p:spPr>
            <a:xfrm>
              <a:off x="1468478" y="2201593"/>
              <a:ext cx="127316" cy="221582"/>
            </a:xfrm>
            <a:custGeom>
              <a:avLst/>
              <a:gdLst/>
              <a:ahLst/>
              <a:cxnLst/>
              <a:rect l="l" t="t" r="r" b="b"/>
              <a:pathLst>
                <a:path w="1695" h="2950" extrusionOk="0">
                  <a:moveTo>
                    <a:pt x="0" y="0"/>
                  </a:moveTo>
                  <a:lnTo>
                    <a:pt x="0" y="2949"/>
                  </a:lnTo>
                  <a:lnTo>
                    <a:pt x="1694" y="2949"/>
                  </a:lnTo>
                  <a:lnTo>
                    <a:pt x="169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15"/>
            <p:cNvSpPr/>
            <p:nvPr/>
          </p:nvSpPr>
          <p:spPr>
            <a:xfrm>
              <a:off x="1485830" y="2222549"/>
              <a:ext cx="92539" cy="179369"/>
            </a:xfrm>
            <a:custGeom>
              <a:avLst/>
              <a:gdLst/>
              <a:ahLst/>
              <a:cxnLst/>
              <a:rect l="l" t="t" r="r" b="b"/>
              <a:pathLst>
                <a:path w="1232" h="2388" extrusionOk="0">
                  <a:moveTo>
                    <a:pt x="0" y="1"/>
                  </a:moveTo>
                  <a:lnTo>
                    <a:pt x="0" y="2388"/>
                  </a:lnTo>
                  <a:lnTo>
                    <a:pt x="1231" y="2388"/>
                  </a:lnTo>
                  <a:lnTo>
                    <a:pt x="123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15"/>
            <p:cNvSpPr/>
            <p:nvPr/>
          </p:nvSpPr>
          <p:spPr>
            <a:xfrm>
              <a:off x="1476516" y="2303070"/>
              <a:ext cx="111091" cy="18403"/>
            </a:xfrm>
            <a:custGeom>
              <a:avLst/>
              <a:gdLst/>
              <a:ahLst/>
              <a:cxnLst/>
              <a:rect l="l" t="t" r="r" b="b"/>
              <a:pathLst>
                <a:path w="1479" h="245" extrusionOk="0">
                  <a:moveTo>
                    <a:pt x="0" y="1"/>
                  </a:moveTo>
                  <a:lnTo>
                    <a:pt x="0" y="244"/>
                  </a:lnTo>
                  <a:lnTo>
                    <a:pt x="1479" y="244"/>
                  </a:lnTo>
                  <a:lnTo>
                    <a:pt x="147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15"/>
            <p:cNvSpPr/>
            <p:nvPr/>
          </p:nvSpPr>
          <p:spPr>
            <a:xfrm>
              <a:off x="1662496" y="2201593"/>
              <a:ext cx="127391" cy="221582"/>
            </a:xfrm>
            <a:custGeom>
              <a:avLst/>
              <a:gdLst/>
              <a:ahLst/>
              <a:cxnLst/>
              <a:rect l="l" t="t" r="r" b="b"/>
              <a:pathLst>
                <a:path w="1696" h="2950" extrusionOk="0">
                  <a:moveTo>
                    <a:pt x="1" y="0"/>
                  </a:moveTo>
                  <a:lnTo>
                    <a:pt x="1" y="2949"/>
                  </a:lnTo>
                  <a:lnTo>
                    <a:pt x="1695" y="2949"/>
                  </a:lnTo>
                  <a:lnTo>
                    <a:pt x="169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15"/>
            <p:cNvSpPr/>
            <p:nvPr/>
          </p:nvSpPr>
          <p:spPr>
            <a:xfrm>
              <a:off x="1679847" y="2222549"/>
              <a:ext cx="92539" cy="179369"/>
            </a:xfrm>
            <a:custGeom>
              <a:avLst/>
              <a:gdLst/>
              <a:ahLst/>
              <a:cxnLst/>
              <a:rect l="l" t="t" r="r" b="b"/>
              <a:pathLst>
                <a:path w="1232" h="2388" extrusionOk="0">
                  <a:moveTo>
                    <a:pt x="1" y="1"/>
                  </a:moveTo>
                  <a:lnTo>
                    <a:pt x="1" y="2388"/>
                  </a:lnTo>
                  <a:lnTo>
                    <a:pt x="1232" y="2388"/>
                  </a:lnTo>
                  <a:lnTo>
                    <a:pt x="123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65;p15"/>
            <p:cNvSpPr/>
            <p:nvPr/>
          </p:nvSpPr>
          <p:spPr>
            <a:xfrm>
              <a:off x="1670608" y="2303070"/>
              <a:ext cx="111091" cy="18403"/>
            </a:xfrm>
            <a:custGeom>
              <a:avLst/>
              <a:gdLst/>
              <a:ahLst/>
              <a:cxnLst/>
              <a:rect l="l" t="t" r="r" b="b"/>
              <a:pathLst>
                <a:path w="1479" h="245" extrusionOk="0">
                  <a:moveTo>
                    <a:pt x="0" y="1"/>
                  </a:moveTo>
                  <a:lnTo>
                    <a:pt x="0" y="244"/>
                  </a:lnTo>
                  <a:lnTo>
                    <a:pt x="1479" y="244"/>
                  </a:lnTo>
                  <a:lnTo>
                    <a:pt x="147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15"/>
            <p:cNvSpPr/>
            <p:nvPr/>
          </p:nvSpPr>
          <p:spPr>
            <a:xfrm>
              <a:off x="1856588" y="2201593"/>
              <a:ext cx="127316" cy="221582"/>
            </a:xfrm>
            <a:custGeom>
              <a:avLst/>
              <a:gdLst/>
              <a:ahLst/>
              <a:cxnLst/>
              <a:rect l="l" t="t" r="r" b="b"/>
              <a:pathLst>
                <a:path w="1695" h="2950" extrusionOk="0">
                  <a:moveTo>
                    <a:pt x="0" y="0"/>
                  </a:moveTo>
                  <a:lnTo>
                    <a:pt x="0" y="2949"/>
                  </a:lnTo>
                  <a:lnTo>
                    <a:pt x="1695" y="2949"/>
                  </a:lnTo>
                  <a:lnTo>
                    <a:pt x="169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15"/>
            <p:cNvSpPr/>
            <p:nvPr/>
          </p:nvSpPr>
          <p:spPr>
            <a:xfrm>
              <a:off x="1874089" y="2222549"/>
              <a:ext cx="92463" cy="179369"/>
            </a:xfrm>
            <a:custGeom>
              <a:avLst/>
              <a:gdLst/>
              <a:ahLst/>
              <a:cxnLst/>
              <a:rect l="l" t="t" r="r" b="b"/>
              <a:pathLst>
                <a:path w="1231" h="2388" extrusionOk="0">
                  <a:moveTo>
                    <a:pt x="0" y="1"/>
                  </a:moveTo>
                  <a:lnTo>
                    <a:pt x="0" y="2388"/>
                  </a:lnTo>
                  <a:lnTo>
                    <a:pt x="1230" y="2388"/>
                  </a:lnTo>
                  <a:lnTo>
                    <a:pt x="123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15"/>
            <p:cNvSpPr/>
            <p:nvPr/>
          </p:nvSpPr>
          <p:spPr>
            <a:xfrm>
              <a:off x="1864700" y="2303070"/>
              <a:ext cx="111167" cy="18403"/>
            </a:xfrm>
            <a:custGeom>
              <a:avLst/>
              <a:gdLst/>
              <a:ahLst/>
              <a:cxnLst/>
              <a:rect l="l" t="t" r="r" b="b"/>
              <a:pathLst>
                <a:path w="1480" h="245" extrusionOk="0">
                  <a:moveTo>
                    <a:pt x="1" y="1"/>
                  </a:moveTo>
                  <a:lnTo>
                    <a:pt x="1" y="244"/>
                  </a:lnTo>
                  <a:lnTo>
                    <a:pt x="1479" y="244"/>
                  </a:lnTo>
                  <a:lnTo>
                    <a:pt x="147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15"/>
            <p:cNvSpPr/>
            <p:nvPr/>
          </p:nvSpPr>
          <p:spPr>
            <a:xfrm>
              <a:off x="1468478" y="2529157"/>
              <a:ext cx="127316" cy="221432"/>
            </a:xfrm>
            <a:custGeom>
              <a:avLst/>
              <a:gdLst/>
              <a:ahLst/>
              <a:cxnLst/>
              <a:rect l="l" t="t" r="r" b="b"/>
              <a:pathLst>
                <a:path w="1695" h="2948" extrusionOk="0">
                  <a:moveTo>
                    <a:pt x="0" y="0"/>
                  </a:moveTo>
                  <a:lnTo>
                    <a:pt x="0" y="2948"/>
                  </a:lnTo>
                  <a:lnTo>
                    <a:pt x="1694" y="2948"/>
                  </a:lnTo>
                  <a:lnTo>
                    <a:pt x="169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15"/>
            <p:cNvSpPr/>
            <p:nvPr/>
          </p:nvSpPr>
          <p:spPr>
            <a:xfrm>
              <a:off x="1485830" y="2550038"/>
              <a:ext cx="92539" cy="179444"/>
            </a:xfrm>
            <a:custGeom>
              <a:avLst/>
              <a:gdLst/>
              <a:ahLst/>
              <a:cxnLst/>
              <a:rect l="l" t="t" r="r" b="b"/>
              <a:pathLst>
                <a:path w="1232" h="2389" extrusionOk="0">
                  <a:moveTo>
                    <a:pt x="0" y="0"/>
                  </a:moveTo>
                  <a:lnTo>
                    <a:pt x="0" y="2389"/>
                  </a:lnTo>
                  <a:lnTo>
                    <a:pt x="1231" y="2389"/>
                  </a:lnTo>
                  <a:lnTo>
                    <a:pt x="123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71;p15"/>
            <p:cNvSpPr/>
            <p:nvPr/>
          </p:nvSpPr>
          <p:spPr>
            <a:xfrm>
              <a:off x="1476516" y="2630634"/>
              <a:ext cx="111091" cy="18327"/>
            </a:xfrm>
            <a:custGeom>
              <a:avLst/>
              <a:gdLst/>
              <a:ahLst/>
              <a:cxnLst/>
              <a:rect l="l" t="t" r="r" b="b"/>
              <a:pathLst>
                <a:path w="1479" h="244" extrusionOk="0">
                  <a:moveTo>
                    <a:pt x="0" y="1"/>
                  </a:moveTo>
                  <a:lnTo>
                    <a:pt x="0" y="243"/>
                  </a:lnTo>
                  <a:lnTo>
                    <a:pt x="1479" y="243"/>
                  </a:lnTo>
                  <a:lnTo>
                    <a:pt x="147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15"/>
            <p:cNvSpPr/>
            <p:nvPr/>
          </p:nvSpPr>
          <p:spPr>
            <a:xfrm>
              <a:off x="1662496" y="2529157"/>
              <a:ext cx="127391" cy="221432"/>
            </a:xfrm>
            <a:custGeom>
              <a:avLst/>
              <a:gdLst/>
              <a:ahLst/>
              <a:cxnLst/>
              <a:rect l="l" t="t" r="r" b="b"/>
              <a:pathLst>
                <a:path w="1696" h="2948" extrusionOk="0">
                  <a:moveTo>
                    <a:pt x="1" y="0"/>
                  </a:moveTo>
                  <a:lnTo>
                    <a:pt x="1" y="2948"/>
                  </a:lnTo>
                  <a:lnTo>
                    <a:pt x="1695" y="2948"/>
                  </a:lnTo>
                  <a:lnTo>
                    <a:pt x="169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15"/>
            <p:cNvSpPr/>
            <p:nvPr/>
          </p:nvSpPr>
          <p:spPr>
            <a:xfrm>
              <a:off x="1679847" y="2550038"/>
              <a:ext cx="92539" cy="179444"/>
            </a:xfrm>
            <a:custGeom>
              <a:avLst/>
              <a:gdLst/>
              <a:ahLst/>
              <a:cxnLst/>
              <a:rect l="l" t="t" r="r" b="b"/>
              <a:pathLst>
                <a:path w="1232" h="2389" extrusionOk="0">
                  <a:moveTo>
                    <a:pt x="1" y="0"/>
                  </a:moveTo>
                  <a:lnTo>
                    <a:pt x="1" y="2389"/>
                  </a:lnTo>
                  <a:lnTo>
                    <a:pt x="1232" y="2389"/>
                  </a:lnTo>
                  <a:lnTo>
                    <a:pt x="12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15"/>
            <p:cNvSpPr/>
            <p:nvPr/>
          </p:nvSpPr>
          <p:spPr>
            <a:xfrm>
              <a:off x="1670608" y="2630634"/>
              <a:ext cx="111091" cy="18327"/>
            </a:xfrm>
            <a:custGeom>
              <a:avLst/>
              <a:gdLst/>
              <a:ahLst/>
              <a:cxnLst/>
              <a:rect l="l" t="t" r="r" b="b"/>
              <a:pathLst>
                <a:path w="1479" h="244" extrusionOk="0">
                  <a:moveTo>
                    <a:pt x="0" y="1"/>
                  </a:moveTo>
                  <a:lnTo>
                    <a:pt x="0" y="243"/>
                  </a:lnTo>
                  <a:lnTo>
                    <a:pt x="1479" y="243"/>
                  </a:lnTo>
                  <a:lnTo>
                    <a:pt x="147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15"/>
            <p:cNvSpPr/>
            <p:nvPr/>
          </p:nvSpPr>
          <p:spPr>
            <a:xfrm>
              <a:off x="1856588" y="2529157"/>
              <a:ext cx="127316" cy="221432"/>
            </a:xfrm>
            <a:custGeom>
              <a:avLst/>
              <a:gdLst/>
              <a:ahLst/>
              <a:cxnLst/>
              <a:rect l="l" t="t" r="r" b="b"/>
              <a:pathLst>
                <a:path w="1695" h="2948" extrusionOk="0">
                  <a:moveTo>
                    <a:pt x="0" y="0"/>
                  </a:moveTo>
                  <a:lnTo>
                    <a:pt x="0" y="2948"/>
                  </a:lnTo>
                  <a:lnTo>
                    <a:pt x="1695" y="2948"/>
                  </a:lnTo>
                  <a:lnTo>
                    <a:pt x="169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15"/>
            <p:cNvSpPr/>
            <p:nvPr/>
          </p:nvSpPr>
          <p:spPr>
            <a:xfrm>
              <a:off x="1874089" y="2550038"/>
              <a:ext cx="92463" cy="179444"/>
            </a:xfrm>
            <a:custGeom>
              <a:avLst/>
              <a:gdLst/>
              <a:ahLst/>
              <a:cxnLst/>
              <a:rect l="l" t="t" r="r" b="b"/>
              <a:pathLst>
                <a:path w="1231" h="2389" extrusionOk="0">
                  <a:moveTo>
                    <a:pt x="0" y="0"/>
                  </a:moveTo>
                  <a:lnTo>
                    <a:pt x="0" y="2389"/>
                  </a:lnTo>
                  <a:lnTo>
                    <a:pt x="1230" y="2389"/>
                  </a:lnTo>
                  <a:lnTo>
                    <a:pt x="123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15"/>
            <p:cNvSpPr/>
            <p:nvPr/>
          </p:nvSpPr>
          <p:spPr>
            <a:xfrm>
              <a:off x="1864700" y="2630634"/>
              <a:ext cx="111167" cy="18327"/>
            </a:xfrm>
            <a:custGeom>
              <a:avLst/>
              <a:gdLst/>
              <a:ahLst/>
              <a:cxnLst/>
              <a:rect l="l" t="t" r="r" b="b"/>
              <a:pathLst>
                <a:path w="1480" h="244" extrusionOk="0">
                  <a:moveTo>
                    <a:pt x="1" y="1"/>
                  </a:moveTo>
                  <a:lnTo>
                    <a:pt x="1" y="243"/>
                  </a:lnTo>
                  <a:lnTo>
                    <a:pt x="1479" y="243"/>
                  </a:lnTo>
                  <a:lnTo>
                    <a:pt x="147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78;p15"/>
            <p:cNvSpPr/>
            <p:nvPr/>
          </p:nvSpPr>
          <p:spPr>
            <a:xfrm>
              <a:off x="1468478" y="2856421"/>
              <a:ext cx="127316" cy="221582"/>
            </a:xfrm>
            <a:custGeom>
              <a:avLst/>
              <a:gdLst/>
              <a:ahLst/>
              <a:cxnLst/>
              <a:rect l="l" t="t" r="r" b="b"/>
              <a:pathLst>
                <a:path w="1695" h="2950" extrusionOk="0">
                  <a:moveTo>
                    <a:pt x="0" y="1"/>
                  </a:moveTo>
                  <a:lnTo>
                    <a:pt x="0" y="2950"/>
                  </a:lnTo>
                  <a:lnTo>
                    <a:pt x="1694" y="2950"/>
                  </a:lnTo>
                  <a:lnTo>
                    <a:pt x="169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79;p15"/>
            <p:cNvSpPr/>
            <p:nvPr/>
          </p:nvSpPr>
          <p:spPr>
            <a:xfrm>
              <a:off x="1485830" y="2877527"/>
              <a:ext cx="92539" cy="179444"/>
            </a:xfrm>
            <a:custGeom>
              <a:avLst/>
              <a:gdLst/>
              <a:ahLst/>
              <a:cxnLst/>
              <a:rect l="l" t="t" r="r" b="b"/>
              <a:pathLst>
                <a:path w="1232" h="2389" extrusionOk="0">
                  <a:moveTo>
                    <a:pt x="0" y="0"/>
                  </a:moveTo>
                  <a:lnTo>
                    <a:pt x="0" y="2388"/>
                  </a:lnTo>
                  <a:lnTo>
                    <a:pt x="1231" y="2388"/>
                  </a:lnTo>
                  <a:lnTo>
                    <a:pt x="123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80;p15"/>
            <p:cNvSpPr/>
            <p:nvPr/>
          </p:nvSpPr>
          <p:spPr>
            <a:xfrm>
              <a:off x="1476516" y="2958047"/>
              <a:ext cx="111091" cy="18327"/>
            </a:xfrm>
            <a:custGeom>
              <a:avLst/>
              <a:gdLst/>
              <a:ahLst/>
              <a:cxnLst/>
              <a:rect l="l" t="t" r="r" b="b"/>
              <a:pathLst>
                <a:path w="1479" h="244" extrusionOk="0">
                  <a:moveTo>
                    <a:pt x="0" y="1"/>
                  </a:moveTo>
                  <a:lnTo>
                    <a:pt x="0" y="243"/>
                  </a:lnTo>
                  <a:lnTo>
                    <a:pt x="1479" y="243"/>
                  </a:lnTo>
                  <a:lnTo>
                    <a:pt x="1479" y="1"/>
                  </a:lnTo>
                  <a:close/>
                </a:path>
              </a:pathLst>
            </a:custGeom>
            <a:solidFill>
              <a:srgbClr val="3289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15"/>
            <p:cNvSpPr/>
            <p:nvPr/>
          </p:nvSpPr>
          <p:spPr>
            <a:xfrm>
              <a:off x="1662496" y="2856421"/>
              <a:ext cx="127391" cy="221582"/>
            </a:xfrm>
            <a:custGeom>
              <a:avLst/>
              <a:gdLst/>
              <a:ahLst/>
              <a:cxnLst/>
              <a:rect l="l" t="t" r="r" b="b"/>
              <a:pathLst>
                <a:path w="1696" h="2950" extrusionOk="0">
                  <a:moveTo>
                    <a:pt x="1" y="1"/>
                  </a:moveTo>
                  <a:lnTo>
                    <a:pt x="1" y="2950"/>
                  </a:lnTo>
                  <a:lnTo>
                    <a:pt x="1695" y="2950"/>
                  </a:lnTo>
                  <a:lnTo>
                    <a:pt x="169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15"/>
            <p:cNvSpPr/>
            <p:nvPr/>
          </p:nvSpPr>
          <p:spPr>
            <a:xfrm>
              <a:off x="1679847" y="2877527"/>
              <a:ext cx="92539" cy="179444"/>
            </a:xfrm>
            <a:custGeom>
              <a:avLst/>
              <a:gdLst/>
              <a:ahLst/>
              <a:cxnLst/>
              <a:rect l="l" t="t" r="r" b="b"/>
              <a:pathLst>
                <a:path w="1232" h="2389" extrusionOk="0">
                  <a:moveTo>
                    <a:pt x="1" y="0"/>
                  </a:moveTo>
                  <a:lnTo>
                    <a:pt x="1" y="2388"/>
                  </a:lnTo>
                  <a:lnTo>
                    <a:pt x="1232" y="2388"/>
                  </a:lnTo>
                  <a:lnTo>
                    <a:pt x="12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15"/>
            <p:cNvSpPr/>
            <p:nvPr/>
          </p:nvSpPr>
          <p:spPr>
            <a:xfrm>
              <a:off x="1670608" y="2958047"/>
              <a:ext cx="111091" cy="18327"/>
            </a:xfrm>
            <a:custGeom>
              <a:avLst/>
              <a:gdLst/>
              <a:ahLst/>
              <a:cxnLst/>
              <a:rect l="l" t="t" r="r" b="b"/>
              <a:pathLst>
                <a:path w="1479" h="244" extrusionOk="0">
                  <a:moveTo>
                    <a:pt x="0" y="1"/>
                  </a:moveTo>
                  <a:lnTo>
                    <a:pt x="0" y="243"/>
                  </a:lnTo>
                  <a:lnTo>
                    <a:pt x="1479" y="243"/>
                  </a:lnTo>
                  <a:lnTo>
                    <a:pt x="1479" y="1"/>
                  </a:lnTo>
                  <a:close/>
                </a:path>
              </a:pathLst>
            </a:custGeom>
            <a:solidFill>
              <a:srgbClr val="3289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15"/>
            <p:cNvSpPr/>
            <p:nvPr/>
          </p:nvSpPr>
          <p:spPr>
            <a:xfrm>
              <a:off x="1856588" y="2856421"/>
              <a:ext cx="127316" cy="221582"/>
            </a:xfrm>
            <a:custGeom>
              <a:avLst/>
              <a:gdLst/>
              <a:ahLst/>
              <a:cxnLst/>
              <a:rect l="l" t="t" r="r" b="b"/>
              <a:pathLst>
                <a:path w="1695" h="2950" extrusionOk="0">
                  <a:moveTo>
                    <a:pt x="0" y="1"/>
                  </a:moveTo>
                  <a:lnTo>
                    <a:pt x="0" y="2950"/>
                  </a:lnTo>
                  <a:lnTo>
                    <a:pt x="1695" y="2950"/>
                  </a:lnTo>
                  <a:lnTo>
                    <a:pt x="169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15"/>
            <p:cNvSpPr/>
            <p:nvPr/>
          </p:nvSpPr>
          <p:spPr>
            <a:xfrm>
              <a:off x="1874089" y="2877527"/>
              <a:ext cx="92463" cy="179444"/>
            </a:xfrm>
            <a:custGeom>
              <a:avLst/>
              <a:gdLst/>
              <a:ahLst/>
              <a:cxnLst/>
              <a:rect l="l" t="t" r="r" b="b"/>
              <a:pathLst>
                <a:path w="1231" h="2389" extrusionOk="0">
                  <a:moveTo>
                    <a:pt x="0" y="0"/>
                  </a:moveTo>
                  <a:lnTo>
                    <a:pt x="0" y="2388"/>
                  </a:lnTo>
                  <a:lnTo>
                    <a:pt x="1230" y="2388"/>
                  </a:lnTo>
                  <a:lnTo>
                    <a:pt x="123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86;p15"/>
            <p:cNvSpPr/>
            <p:nvPr/>
          </p:nvSpPr>
          <p:spPr>
            <a:xfrm>
              <a:off x="1864700" y="2958047"/>
              <a:ext cx="111167" cy="18327"/>
            </a:xfrm>
            <a:custGeom>
              <a:avLst/>
              <a:gdLst/>
              <a:ahLst/>
              <a:cxnLst/>
              <a:rect l="l" t="t" r="r" b="b"/>
              <a:pathLst>
                <a:path w="1480" h="244" extrusionOk="0">
                  <a:moveTo>
                    <a:pt x="1" y="1"/>
                  </a:moveTo>
                  <a:lnTo>
                    <a:pt x="1" y="243"/>
                  </a:lnTo>
                  <a:lnTo>
                    <a:pt x="1479" y="243"/>
                  </a:lnTo>
                  <a:lnTo>
                    <a:pt x="1479" y="1"/>
                  </a:lnTo>
                  <a:close/>
                </a:path>
              </a:pathLst>
            </a:custGeom>
            <a:solidFill>
              <a:srgbClr val="3289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15"/>
            <p:cNvSpPr/>
            <p:nvPr/>
          </p:nvSpPr>
          <p:spPr>
            <a:xfrm>
              <a:off x="1398248" y="3189543"/>
              <a:ext cx="655807" cy="148948"/>
            </a:xfrm>
            <a:custGeom>
              <a:avLst/>
              <a:gdLst/>
              <a:ahLst/>
              <a:cxnLst/>
              <a:rect l="l" t="t" r="r" b="b"/>
              <a:pathLst>
                <a:path w="8731" h="1983" extrusionOk="0">
                  <a:moveTo>
                    <a:pt x="1" y="0"/>
                  </a:moveTo>
                  <a:lnTo>
                    <a:pt x="1" y="1982"/>
                  </a:lnTo>
                  <a:lnTo>
                    <a:pt x="8731" y="1982"/>
                  </a:lnTo>
                  <a:lnTo>
                    <a:pt x="87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15"/>
            <p:cNvSpPr/>
            <p:nvPr/>
          </p:nvSpPr>
          <p:spPr>
            <a:xfrm>
              <a:off x="1354457" y="2111383"/>
              <a:ext cx="699598" cy="40185"/>
            </a:xfrm>
            <a:custGeom>
              <a:avLst/>
              <a:gdLst/>
              <a:ahLst/>
              <a:cxnLst/>
              <a:rect l="l" t="t" r="r" b="b"/>
              <a:pathLst>
                <a:path w="9314" h="535" extrusionOk="0">
                  <a:moveTo>
                    <a:pt x="1" y="0"/>
                  </a:moveTo>
                  <a:lnTo>
                    <a:pt x="1" y="534"/>
                  </a:lnTo>
                  <a:lnTo>
                    <a:pt x="9314" y="534"/>
                  </a:lnTo>
                  <a:lnTo>
                    <a:pt x="931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15"/>
            <p:cNvSpPr/>
            <p:nvPr/>
          </p:nvSpPr>
          <p:spPr>
            <a:xfrm>
              <a:off x="1485830" y="2222549"/>
              <a:ext cx="92539" cy="80671"/>
            </a:xfrm>
            <a:custGeom>
              <a:avLst/>
              <a:gdLst/>
              <a:ahLst/>
              <a:cxnLst/>
              <a:rect l="l" t="t" r="r" b="b"/>
              <a:pathLst>
                <a:path w="1232" h="1074" extrusionOk="0">
                  <a:moveTo>
                    <a:pt x="0" y="1"/>
                  </a:moveTo>
                  <a:lnTo>
                    <a:pt x="0" y="1074"/>
                  </a:lnTo>
                  <a:lnTo>
                    <a:pt x="1231" y="1"/>
                  </a:lnTo>
                  <a:close/>
                </a:path>
              </a:pathLst>
            </a:custGeom>
            <a:solidFill>
              <a:srgbClr val="E1F6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15"/>
            <p:cNvSpPr/>
            <p:nvPr/>
          </p:nvSpPr>
          <p:spPr>
            <a:xfrm>
              <a:off x="1679847" y="2222549"/>
              <a:ext cx="92539" cy="80671"/>
            </a:xfrm>
            <a:custGeom>
              <a:avLst/>
              <a:gdLst/>
              <a:ahLst/>
              <a:cxnLst/>
              <a:rect l="l" t="t" r="r" b="b"/>
              <a:pathLst>
                <a:path w="1232" h="1074" extrusionOk="0">
                  <a:moveTo>
                    <a:pt x="1" y="1"/>
                  </a:moveTo>
                  <a:lnTo>
                    <a:pt x="1" y="1074"/>
                  </a:lnTo>
                  <a:lnTo>
                    <a:pt x="1232" y="1"/>
                  </a:lnTo>
                  <a:close/>
                </a:path>
              </a:pathLst>
            </a:custGeom>
            <a:solidFill>
              <a:srgbClr val="E1F6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91;p15"/>
            <p:cNvSpPr/>
            <p:nvPr/>
          </p:nvSpPr>
          <p:spPr>
            <a:xfrm>
              <a:off x="1874089" y="2222549"/>
              <a:ext cx="92463" cy="80671"/>
            </a:xfrm>
            <a:custGeom>
              <a:avLst/>
              <a:gdLst/>
              <a:ahLst/>
              <a:cxnLst/>
              <a:rect l="l" t="t" r="r" b="b"/>
              <a:pathLst>
                <a:path w="1231" h="1074" extrusionOk="0">
                  <a:moveTo>
                    <a:pt x="0" y="1"/>
                  </a:moveTo>
                  <a:lnTo>
                    <a:pt x="0" y="1074"/>
                  </a:lnTo>
                  <a:lnTo>
                    <a:pt x="1230" y="1"/>
                  </a:lnTo>
                  <a:close/>
                </a:path>
              </a:pathLst>
            </a:custGeom>
            <a:solidFill>
              <a:srgbClr val="E1F6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92;p15"/>
            <p:cNvSpPr/>
            <p:nvPr/>
          </p:nvSpPr>
          <p:spPr>
            <a:xfrm>
              <a:off x="1485830" y="2321397"/>
              <a:ext cx="92539" cy="80671"/>
            </a:xfrm>
            <a:custGeom>
              <a:avLst/>
              <a:gdLst/>
              <a:ahLst/>
              <a:cxnLst/>
              <a:rect l="l" t="t" r="r" b="b"/>
              <a:pathLst>
                <a:path w="1232" h="1074" extrusionOk="0">
                  <a:moveTo>
                    <a:pt x="0" y="0"/>
                  </a:moveTo>
                  <a:lnTo>
                    <a:pt x="0" y="1074"/>
                  </a:lnTo>
                  <a:lnTo>
                    <a:pt x="1231" y="0"/>
                  </a:lnTo>
                  <a:close/>
                </a:path>
              </a:pathLst>
            </a:custGeom>
            <a:solidFill>
              <a:srgbClr val="E1F6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15"/>
            <p:cNvSpPr/>
            <p:nvPr/>
          </p:nvSpPr>
          <p:spPr>
            <a:xfrm>
              <a:off x="1679847" y="2321397"/>
              <a:ext cx="92539" cy="80671"/>
            </a:xfrm>
            <a:custGeom>
              <a:avLst/>
              <a:gdLst/>
              <a:ahLst/>
              <a:cxnLst/>
              <a:rect l="l" t="t" r="r" b="b"/>
              <a:pathLst>
                <a:path w="1232" h="1074" extrusionOk="0">
                  <a:moveTo>
                    <a:pt x="1" y="0"/>
                  </a:moveTo>
                  <a:lnTo>
                    <a:pt x="1" y="1074"/>
                  </a:lnTo>
                  <a:lnTo>
                    <a:pt x="1232" y="0"/>
                  </a:lnTo>
                  <a:close/>
                </a:path>
              </a:pathLst>
            </a:custGeom>
            <a:solidFill>
              <a:srgbClr val="E1F6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15"/>
            <p:cNvSpPr/>
            <p:nvPr/>
          </p:nvSpPr>
          <p:spPr>
            <a:xfrm>
              <a:off x="1874089" y="2321397"/>
              <a:ext cx="92463" cy="80671"/>
            </a:xfrm>
            <a:custGeom>
              <a:avLst/>
              <a:gdLst/>
              <a:ahLst/>
              <a:cxnLst/>
              <a:rect l="l" t="t" r="r" b="b"/>
              <a:pathLst>
                <a:path w="1231" h="1074" extrusionOk="0">
                  <a:moveTo>
                    <a:pt x="0" y="0"/>
                  </a:moveTo>
                  <a:lnTo>
                    <a:pt x="0" y="1074"/>
                  </a:lnTo>
                  <a:lnTo>
                    <a:pt x="1230" y="0"/>
                  </a:lnTo>
                  <a:close/>
                </a:path>
              </a:pathLst>
            </a:custGeom>
            <a:solidFill>
              <a:srgbClr val="E1F6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15"/>
            <p:cNvSpPr/>
            <p:nvPr/>
          </p:nvSpPr>
          <p:spPr>
            <a:xfrm>
              <a:off x="1485830" y="2550038"/>
              <a:ext cx="92539" cy="80671"/>
            </a:xfrm>
            <a:custGeom>
              <a:avLst/>
              <a:gdLst/>
              <a:ahLst/>
              <a:cxnLst/>
              <a:rect l="l" t="t" r="r" b="b"/>
              <a:pathLst>
                <a:path w="1232" h="1074" extrusionOk="0">
                  <a:moveTo>
                    <a:pt x="0" y="0"/>
                  </a:moveTo>
                  <a:lnTo>
                    <a:pt x="0" y="1074"/>
                  </a:lnTo>
                  <a:lnTo>
                    <a:pt x="1231" y="0"/>
                  </a:lnTo>
                  <a:close/>
                </a:path>
              </a:pathLst>
            </a:custGeom>
            <a:solidFill>
              <a:srgbClr val="E1F6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5"/>
            <p:cNvSpPr/>
            <p:nvPr/>
          </p:nvSpPr>
          <p:spPr>
            <a:xfrm>
              <a:off x="1679847" y="2550038"/>
              <a:ext cx="92539" cy="80671"/>
            </a:xfrm>
            <a:custGeom>
              <a:avLst/>
              <a:gdLst/>
              <a:ahLst/>
              <a:cxnLst/>
              <a:rect l="l" t="t" r="r" b="b"/>
              <a:pathLst>
                <a:path w="1232" h="1074" extrusionOk="0">
                  <a:moveTo>
                    <a:pt x="1" y="0"/>
                  </a:moveTo>
                  <a:lnTo>
                    <a:pt x="1" y="1074"/>
                  </a:lnTo>
                  <a:lnTo>
                    <a:pt x="1232" y="0"/>
                  </a:lnTo>
                  <a:close/>
                </a:path>
              </a:pathLst>
            </a:custGeom>
            <a:solidFill>
              <a:srgbClr val="E1F6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5"/>
            <p:cNvSpPr/>
            <p:nvPr/>
          </p:nvSpPr>
          <p:spPr>
            <a:xfrm>
              <a:off x="1874089" y="2550038"/>
              <a:ext cx="92463" cy="80671"/>
            </a:xfrm>
            <a:custGeom>
              <a:avLst/>
              <a:gdLst/>
              <a:ahLst/>
              <a:cxnLst/>
              <a:rect l="l" t="t" r="r" b="b"/>
              <a:pathLst>
                <a:path w="1231" h="1074" extrusionOk="0">
                  <a:moveTo>
                    <a:pt x="0" y="0"/>
                  </a:moveTo>
                  <a:lnTo>
                    <a:pt x="0" y="1074"/>
                  </a:lnTo>
                  <a:lnTo>
                    <a:pt x="1230" y="0"/>
                  </a:lnTo>
                  <a:close/>
                </a:path>
              </a:pathLst>
            </a:custGeom>
            <a:solidFill>
              <a:srgbClr val="E1F6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5"/>
            <p:cNvSpPr/>
            <p:nvPr/>
          </p:nvSpPr>
          <p:spPr>
            <a:xfrm>
              <a:off x="1485830" y="2648886"/>
              <a:ext cx="92539" cy="80671"/>
            </a:xfrm>
            <a:custGeom>
              <a:avLst/>
              <a:gdLst/>
              <a:ahLst/>
              <a:cxnLst/>
              <a:rect l="l" t="t" r="r" b="b"/>
              <a:pathLst>
                <a:path w="1232" h="1074" extrusionOk="0">
                  <a:moveTo>
                    <a:pt x="0" y="0"/>
                  </a:moveTo>
                  <a:lnTo>
                    <a:pt x="0" y="1074"/>
                  </a:lnTo>
                  <a:lnTo>
                    <a:pt x="1231" y="0"/>
                  </a:lnTo>
                  <a:close/>
                </a:path>
              </a:pathLst>
            </a:custGeom>
            <a:solidFill>
              <a:srgbClr val="E1F6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5"/>
            <p:cNvSpPr/>
            <p:nvPr/>
          </p:nvSpPr>
          <p:spPr>
            <a:xfrm>
              <a:off x="1679847" y="2648886"/>
              <a:ext cx="92539" cy="80671"/>
            </a:xfrm>
            <a:custGeom>
              <a:avLst/>
              <a:gdLst/>
              <a:ahLst/>
              <a:cxnLst/>
              <a:rect l="l" t="t" r="r" b="b"/>
              <a:pathLst>
                <a:path w="1232" h="1074" extrusionOk="0">
                  <a:moveTo>
                    <a:pt x="1" y="0"/>
                  </a:moveTo>
                  <a:lnTo>
                    <a:pt x="1" y="1074"/>
                  </a:lnTo>
                  <a:lnTo>
                    <a:pt x="1232" y="0"/>
                  </a:lnTo>
                  <a:close/>
                </a:path>
              </a:pathLst>
            </a:custGeom>
            <a:solidFill>
              <a:srgbClr val="E1F6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5"/>
            <p:cNvSpPr/>
            <p:nvPr/>
          </p:nvSpPr>
          <p:spPr>
            <a:xfrm>
              <a:off x="1874089" y="2648886"/>
              <a:ext cx="92463" cy="80671"/>
            </a:xfrm>
            <a:custGeom>
              <a:avLst/>
              <a:gdLst/>
              <a:ahLst/>
              <a:cxnLst/>
              <a:rect l="l" t="t" r="r" b="b"/>
              <a:pathLst>
                <a:path w="1231" h="1074" extrusionOk="0">
                  <a:moveTo>
                    <a:pt x="0" y="0"/>
                  </a:moveTo>
                  <a:lnTo>
                    <a:pt x="0" y="1074"/>
                  </a:lnTo>
                  <a:lnTo>
                    <a:pt x="1230" y="0"/>
                  </a:lnTo>
                  <a:close/>
                </a:path>
              </a:pathLst>
            </a:custGeom>
            <a:solidFill>
              <a:srgbClr val="E1F6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5"/>
            <p:cNvSpPr/>
            <p:nvPr/>
          </p:nvSpPr>
          <p:spPr>
            <a:xfrm>
              <a:off x="1485830" y="2877527"/>
              <a:ext cx="92539" cy="80596"/>
            </a:xfrm>
            <a:custGeom>
              <a:avLst/>
              <a:gdLst/>
              <a:ahLst/>
              <a:cxnLst/>
              <a:rect l="l" t="t" r="r" b="b"/>
              <a:pathLst>
                <a:path w="1232" h="1073" extrusionOk="0">
                  <a:moveTo>
                    <a:pt x="0" y="0"/>
                  </a:moveTo>
                  <a:lnTo>
                    <a:pt x="0" y="1073"/>
                  </a:lnTo>
                  <a:lnTo>
                    <a:pt x="1231" y="0"/>
                  </a:lnTo>
                  <a:close/>
                </a:path>
              </a:pathLst>
            </a:custGeom>
            <a:solidFill>
              <a:srgbClr val="E1F6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5"/>
            <p:cNvSpPr/>
            <p:nvPr/>
          </p:nvSpPr>
          <p:spPr>
            <a:xfrm>
              <a:off x="1679847" y="2877527"/>
              <a:ext cx="92539" cy="80596"/>
            </a:xfrm>
            <a:custGeom>
              <a:avLst/>
              <a:gdLst/>
              <a:ahLst/>
              <a:cxnLst/>
              <a:rect l="l" t="t" r="r" b="b"/>
              <a:pathLst>
                <a:path w="1232" h="1073" extrusionOk="0">
                  <a:moveTo>
                    <a:pt x="1" y="0"/>
                  </a:moveTo>
                  <a:lnTo>
                    <a:pt x="1" y="1073"/>
                  </a:lnTo>
                  <a:lnTo>
                    <a:pt x="1232" y="0"/>
                  </a:lnTo>
                  <a:close/>
                </a:path>
              </a:pathLst>
            </a:custGeom>
            <a:solidFill>
              <a:srgbClr val="E1F6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5"/>
            <p:cNvSpPr/>
            <p:nvPr/>
          </p:nvSpPr>
          <p:spPr>
            <a:xfrm>
              <a:off x="1874089" y="2877527"/>
              <a:ext cx="92463" cy="80596"/>
            </a:xfrm>
            <a:custGeom>
              <a:avLst/>
              <a:gdLst/>
              <a:ahLst/>
              <a:cxnLst/>
              <a:rect l="l" t="t" r="r" b="b"/>
              <a:pathLst>
                <a:path w="1231" h="1073" extrusionOk="0">
                  <a:moveTo>
                    <a:pt x="0" y="0"/>
                  </a:moveTo>
                  <a:lnTo>
                    <a:pt x="0" y="1073"/>
                  </a:lnTo>
                  <a:lnTo>
                    <a:pt x="1230" y="0"/>
                  </a:lnTo>
                  <a:close/>
                </a:path>
              </a:pathLst>
            </a:custGeom>
            <a:solidFill>
              <a:srgbClr val="E1F6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5"/>
            <p:cNvSpPr/>
            <p:nvPr/>
          </p:nvSpPr>
          <p:spPr>
            <a:xfrm>
              <a:off x="1485830" y="2976450"/>
              <a:ext cx="92539" cy="80521"/>
            </a:xfrm>
            <a:custGeom>
              <a:avLst/>
              <a:gdLst/>
              <a:ahLst/>
              <a:cxnLst/>
              <a:rect l="l" t="t" r="r" b="b"/>
              <a:pathLst>
                <a:path w="1232" h="1072" extrusionOk="0">
                  <a:moveTo>
                    <a:pt x="0" y="0"/>
                  </a:moveTo>
                  <a:lnTo>
                    <a:pt x="0" y="1071"/>
                  </a:lnTo>
                  <a:lnTo>
                    <a:pt x="1231" y="0"/>
                  </a:lnTo>
                  <a:close/>
                </a:path>
              </a:pathLst>
            </a:custGeom>
            <a:solidFill>
              <a:srgbClr val="E1F6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5"/>
            <p:cNvSpPr/>
            <p:nvPr/>
          </p:nvSpPr>
          <p:spPr>
            <a:xfrm>
              <a:off x="1679847" y="2976450"/>
              <a:ext cx="92539" cy="80521"/>
            </a:xfrm>
            <a:custGeom>
              <a:avLst/>
              <a:gdLst/>
              <a:ahLst/>
              <a:cxnLst/>
              <a:rect l="l" t="t" r="r" b="b"/>
              <a:pathLst>
                <a:path w="1232" h="1072" extrusionOk="0">
                  <a:moveTo>
                    <a:pt x="1" y="0"/>
                  </a:moveTo>
                  <a:lnTo>
                    <a:pt x="1" y="1071"/>
                  </a:lnTo>
                  <a:lnTo>
                    <a:pt x="1232" y="0"/>
                  </a:lnTo>
                  <a:close/>
                </a:path>
              </a:pathLst>
            </a:custGeom>
            <a:solidFill>
              <a:srgbClr val="E1F6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5"/>
            <p:cNvSpPr/>
            <p:nvPr/>
          </p:nvSpPr>
          <p:spPr>
            <a:xfrm>
              <a:off x="1874089" y="2976450"/>
              <a:ext cx="92463" cy="80521"/>
            </a:xfrm>
            <a:custGeom>
              <a:avLst/>
              <a:gdLst/>
              <a:ahLst/>
              <a:cxnLst/>
              <a:rect l="l" t="t" r="r" b="b"/>
              <a:pathLst>
                <a:path w="1231" h="1072" extrusionOk="0">
                  <a:moveTo>
                    <a:pt x="0" y="0"/>
                  </a:moveTo>
                  <a:lnTo>
                    <a:pt x="0" y="1071"/>
                  </a:lnTo>
                  <a:lnTo>
                    <a:pt x="1230" y="0"/>
                  </a:lnTo>
                  <a:close/>
                </a:path>
              </a:pathLst>
            </a:custGeom>
            <a:solidFill>
              <a:srgbClr val="E1F6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5"/>
            <p:cNvSpPr/>
            <p:nvPr/>
          </p:nvSpPr>
          <p:spPr>
            <a:xfrm>
              <a:off x="2487238" y="3039018"/>
              <a:ext cx="300225" cy="299624"/>
            </a:xfrm>
            <a:custGeom>
              <a:avLst/>
              <a:gdLst/>
              <a:ahLst/>
              <a:cxnLst/>
              <a:rect l="l" t="t" r="r" b="b"/>
              <a:pathLst>
                <a:path w="3997" h="3989" extrusionOk="0">
                  <a:moveTo>
                    <a:pt x="0" y="0"/>
                  </a:moveTo>
                  <a:lnTo>
                    <a:pt x="0" y="3988"/>
                  </a:lnTo>
                  <a:lnTo>
                    <a:pt x="3997" y="3988"/>
                  </a:lnTo>
                  <a:lnTo>
                    <a:pt x="399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5"/>
            <p:cNvSpPr/>
            <p:nvPr/>
          </p:nvSpPr>
          <p:spPr>
            <a:xfrm>
              <a:off x="2511274" y="3062378"/>
              <a:ext cx="252303" cy="276339"/>
            </a:xfrm>
            <a:custGeom>
              <a:avLst/>
              <a:gdLst/>
              <a:ahLst/>
              <a:cxnLst/>
              <a:rect l="l" t="t" r="r" b="b"/>
              <a:pathLst>
                <a:path w="3359" h="3679" extrusionOk="0">
                  <a:moveTo>
                    <a:pt x="1" y="0"/>
                  </a:moveTo>
                  <a:lnTo>
                    <a:pt x="1" y="3678"/>
                  </a:lnTo>
                  <a:lnTo>
                    <a:pt x="3359" y="3678"/>
                  </a:lnTo>
                  <a:lnTo>
                    <a:pt x="33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09;p15"/>
            <p:cNvSpPr/>
            <p:nvPr/>
          </p:nvSpPr>
          <p:spPr>
            <a:xfrm>
              <a:off x="2627699" y="3055243"/>
              <a:ext cx="19379" cy="283475"/>
            </a:xfrm>
            <a:custGeom>
              <a:avLst/>
              <a:gdLst/>
              <a:ahLst/>
              <a:cxnLst/>
              <a:rect l="l" t="t" r="r" b="b"/>
              <a:pathLst>
                <a:path w="258" h="3774" extrusionOk="0">
                  <a:moveTo>
                    <a:pt x="1" y="1"/>
                  </a:moveTo>
                  <a:lnTo>
                    <a:pt x="1" y="3773"/>
                  </a:lnTo>
                  <a:lnTo>
                    <a:pt x="258" y="3773"/>
                  </a:lnTo>
                  <a:lnTo>
                    <a:pt x="258" y="1"/>
                  </a:lnTo>
                  <a:close/>
                </a:path>
              </a:pathLst>
            </a:custGeom>
            <a:solidFill>
              <a:srgbClr val="3289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10;p15"/>
            <p:cNvSpPr/>
            <p:nvPr/>
          </p:nvSpPr>
          <p:spPr>
            <a:xfrm>
              <a:off x="2511274" y="3062378"/>
              <a:ext cx="116124" cy="276114"/>
            </a:xfrm>
            <a:custGeom>
              <a:avLst/>
              <a:gdLst/>
              <a:ahLst/>
              <a:cxnLst/>
              <a:rect l="l" t="t" r="r" b="b"/>
              <a:pathLst>
                <a:path w="1546" h="3676" extrusionOk="0">
                  <a:moveTo>
                    <a:pt x="1" y="0"/>
                  </a:moveTo>
                  <a:lnTo>
                    <a:pt x="1" y="3675"/>
                  </a:lnTo>
                  <a:lnTo>
                    <a:pt x="1546" y="0"/>
                  </a:lnTo>
                  <a:close/>
                </a:path>
              </a:pathLst>
            </a:custGeom>
            <a:solidFill>
              <a:srgbClr val="E1F6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11;p15"/>
            <p:cNvSpPr/>
            <p:nvPr/>
          </p:nvSpPr>
          <p:spPr>
            <a:xfrm>
              <a:off x="2647003" y="3062378"/>
              <a:ext cx="116199" cy="276114"/>
            </a:xfrm>
            <a:custGeom>
              <a:avLst/>
              <a:gdLst/>
              <a:ahLst/>
              <a:cxnLst/>
              <a:rect l="l" t="t" r="r" b="b"/>
              <a:pathLst>
                <a:path w="1547" h="3676" extrusionOk="0">
                  <a:moveTo>
                    <a:pt x="1" y="0"/>
                  </a:moveTo>
                  <a:lnTo>
                    <a:pt x="1" y="3675"/>
                  </a:lnTo>
                  <a:lnTo>
                    <a:pt x="1547" y="0"/>
                  </a:lnTo>
                  <a:close/>
                </a:path>
              </a:pathLst>
            </a:custGeom>
            <a:solidFill>
              <a:srgbClr val="E1F6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12;p15"/>
            <p:cNvSpPr/>
            <p:nvPr/>
          </p:nvSpPr>
          <p:spPr>
            <a:xfrm>
              <a:off x="2416556" y="2028985"/>
              <a:ext cx="82398" cy="82398"/>
            </a:xfrm>
            <a:custGeom>
              <a:avLst/>
              <a:gdLst/>
              <a:ahLst/>
              <a:cxnLst/>
              <a:rect l="l" t="t" r="r" b="b"/>
              <a:pathLst>
                <a:path w="1097" h="1097" extrusionOk="0">
                  <a:moveTo>
                    <a:pt x="0" y="0"/>
                  </a:moveTo>
                  <a:lnTo>
                    <a:pt x="0" y="1096"/>
                  </a:lnTo>
                  <a:lnTo>
                    <a:pt x="1097" y="1096"/>
                  </a:lnTo>
                  <a:lnTo>
                    <a:pt x="10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13;p15"/>
            <p:cNvSpPr/>
            <p:nvPr/>
          </p:nvSpPr>
          <p:spPr>
            <a:xfrm>
              <a:off x="2416556" y="2028985"/>
              <a:ext cx="82398" cy="82398"/>
            </a:xfrm>
            <a:custGeom>
              <a:avLst/>
              <a:gdLst/>
              <a:ahLst/>
              <a:cxnLst/>
              <a:rect l="l" t="t" r="r" b="b"/>
              <a:pathLst>
                <a:path w="1097" h="1097" extrusionOk="0">
                  <a:moveTo>
                    <a:pt x="0" y="0"/>
                  </a:moveTo>
                  <a:lnTo>
                    <a:pt x="0" y="1096"/>
                  </a:lnTo>
                  <a:lnTo>
                    <a:pt x="1097" y="0"/>
                  </a:lnTo>
                  <a:close/>
                </a:path>
              </a:pathLst>
            </a:custGeom>
            <a:solidFill>
              <a:srgbClr val="E1F6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214;p15"/>
            <p:cNvSpPr/>
            <p:nvPr/>
          </p:nvSpPr>
          <p:spPr>
            <a:xfrm>
              <a:off x="2536362" y="2028985"/>
              <a:ext cx="82398" cy="82398"/>
            </a:xfrm>
            <a:custGeom>
              <a:avLst/>
              <a:gdLst/>
              <a:ahLst/>
              <a:cxnLst/>
              <a:rect l="l" t="t" r="r" b="b"/>
              <a:pathLst>
                <a:path w="1097" h="1097" extrusionOk="0">
                  <a:moveTo>
                    <a:pt x="0" y="0"/>
                  </a:moveTo>
                  <a:lnTo>
                    <a:pt x="0" y="1096"/>
                  </a:lnTo>
                  <a:lnTo>
                    <a:pt x="1096" y="1096"/>
                  </a:lnTo>
                  <a:lnTo>
                    <a:pt x="109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215;p15"/>
            <p:cNvSpPr/>
            <p:nvPr/>
          </p:nvSpPr>
          <p:spPr>
            <a:xfrm>
              <a:off x="2536362" y="2028985"/>
              <a:ext cx="82398" cy="82398"/>
            </a:xfrm>
            <a:custGeom>
              <a:avLst/>
              <a:gdLst/>
              <a:ahLst/>
              <a:cxnLst/>
              <a:rect l="l" t="t" r="r" b="b"/>
              <a:pathLst>
                <a:path w="1097" h="1097" extrusionOk="0">
                  <a:moveTo>
                    <a:pt x="0" y="0"/>
                  </a:moveTo>
                  <a:lnTo>
                    <a:pt x="0" y="1096"/>
                  </a:lnTo>
                  <a:lnTo>
                    <a:pt x="1096" y="0"/>
                  </a:lnTo>
                  <a:close/>
                </a:path>
              </a:pathLst>
            </a:custGeom>
            <a:solidFill>
              <a:srgbClr val="E1F6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;p15"/>
            <p:cNvSpPr/>
            <p:nvPr/>
          </p:nvSpPr>
          <p:spPr>
            <a:xfrm>
              <a:off x="2656017" y="2028985"/>
              <a:ext cx="82474" cy="82398"/>
            </a:xfrm>
            <a:custGeom>
              <a:avLst/>
              <a:gdLst/>
              <a:ahLst/>
              <a:cxnLst/>
              <a:rect l="l" t="t" r="r" b="b"/>
              <a:pathLst>
                <a:path w="1098" h="1097" extrusionOk="0">
                  <a:moveTo>
                    <a:pt x="0" y="0"/>
                  </a:moveTo>
                  <a:lnTo>
                    <a:pt x="0" y="1096"/>
                  </a:lnTo>
                  <a:lnTo>
                    <a:pt x="1097" y="1096"/>
                  </a:lnTo>
                  <a:lnTo>
                    <a:pt x="10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17;p15"/>
            <p:cNvSpPr/>
            <p:nvPr/>
          </p:nvSpPr>
          <p:spPr>
            <a:xfrm>
              <a:off x="2656092" y="2028985"/>
              <a:ext cx="82398" cy="82398"/>
            </a:xfrm>
            <a:custGeom>
              <a:avLst/>
              <a:gdLst/>
              <a:ahLst/>
              <a:cxnLst/>
              <a:rect l="l" t="t" r="r" b="b"/>
              <a:pathLst>
                <a:path w="1097" h="1097" extrusionOk="0">
                  <a:moveTo>
                    <a:pt x="0" y="0"/>
                  </a:moveTo>
                  <a:lnTo>
                    <a:pt x="0" y="1096"/>
                  </a:lnTo>
                  <a:lnTo>
                    <a:pt x="1096" y="0"/>
                  </a:lnTo>
                  <a:close/>
                </a:path>
              </a:pathLst>
            </a:custGeom>
            <a:solidFill>
              <a:srgbClr val="E1F6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15"/>
            <p:cNvSpPr/>
            <p:nvPr/>
          </p:nvSpPr>
          <p:spPr>
            <a:xfrm>
              <a:off x="2775822" y="2028985"/>
              <a:ext cx="82474" cy="82398"/>
            </a:xfrm>
            <a:custGeom>
              <a:avLst/>
              <a:gdLst/>
              <a:ahLst/>
              <a:cxnLst/>
              <a:rect l="l" t="t" r="r" b="b"/>
              <a:pathLst>
                <a:path w="1098" h="1097" extrusionOk="0">
                  <a:moveTo>
                    <a:pt x="1" y="0"/>
                  </a:moveTo>
                  <a:lnTo>
                    <a:pt x="1" y="1096"/>
                  </a:lnTo>
                  <a:lnTo>
                    <a:pt x="1097" y="1096"/>
                  </a:lnTo>
                  <a:lnTo>
                    <a:pt x="10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15"/>
            <p:cNvSpPr/>
            <p:nvPr/>
          </p:nvSpPr>
          <p:spPr>
            <a:xfrm>
              <a:off x="2775822" y="2028985"/>
              <a:ext cx="82474" cy="82398"/>
            </a:xfrm>
            <a:custGeom>
              <a:avLst/>
              <a:gdLst/>
              <a:ahLst/>
              <a:cxnLst/>
              <a:rect l="l" t="t" r="r" b="b"/>
              <a:pathLst>
                <a:path w="1098" h="1097" extrusionOk="0">
                  <a:moveTo>
                    <a:pt x="1" y="0"/>
                  </a:moveTo>
                  <a:lnTo>
                    <a:pt x="1" y="1096"/>
                  </a:lnTo>
                  <a:lnTo>
                    <a:pt x="1097" y="0"/>
                  </a:lnTo>
                  <a:close/>
                </a:path>
              </a:pathLst>
            </a:custGeom>
            <a:solidFill>
              <a:srgbClr val="E1F6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20;p15"/>
            <p:cNvSpPr/>
            <p:nvPr/>
          </p:nvSpPr>
          <p:spPr>
            <a:xfrm>
              <a:off x="2416556" y="2145710"/>
              <a:ext cx="82398" cy="82398"/>
            </a:xfrm>
            <a:custGeom>
              <a:avLst/>
              <a:gdLst/>
              <a:ahLst/>
              <a:cxnLst/>
              <a:rect l="l" t="t" r="r" b="b"/>
              <a:pathLst>
                <a:path w="1097" h="1097" extrusionOk="0">
                  <a:moveTo>
                    <a:pt x="0" y="0"/>
                  </a:moveTo>
                  <a:lnTo>
                    <a:pt x="0" y="1096"/>
                  </a:lnTo>
                  <a:lnTo>
                    <a:pt x="1097" y="1096"/>
                  </a:lnTo>
                  <a:lnTo>
                    <a:pt x="10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221;p15"/>
            <p:cNvSpPr/>
            <p:nvPr/>
          </p:nvSpPr>
          <p:spPr>
            <a:xfrm>
              <a:off x="2416556" y="2145710"/>
              <a:ext cx="82398" cy="82398"/>
            </a:xfrm>
            <a:custGeom>
              <a:avLst/>
              <a:gdLst/>
              <a:ahLst/>
              <a:cxnLst/>
              <a:rect l="l" t="t" r="r" b="b"/>
              <a:pathLst>
                <a:path w="1097" h="1097" extrusionOk="0">
                  <a:moveTo>
                    <a:pt x="0" y="0"/>
                  </a:moveTo>
                  <a:lnTo>
                    <a:pt x="0" y="1096"/>
                  </a:lnTo>
                  <a:lnTo>
                    <a:pt x="1097" y="0"/>
                  </a:lnTo>
                  <a:close/>
                </a:path>
              </a:pathLst>
            </a:custGeom>
            <a:solidFill>
              <a:srgbClr val="E1F6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222;p15"/>
            <p:cNvSpPr/>
            <p:nvPr/>
          </p:nvSpPr>
          <p:spPr>
            <a:xfrm>
              <a:off x="2536362" y="2145710"/>
              <a:ext cx="82398" cy="82398"/>
            </a:xfrm>
            <a:custGeom>
              <a:avLst/>
              <a:gdLst/>
              <a:ahLst/>
              <a:cxnLst/>
              <a:rect l="l" t="t" r="r" b="b"/>
              <a:pathLst>
                <a:path w="1097" h="1097" extrusionOk="0">
                  <a:moveTo>
                    <a:pt x="0" y="0"/>
                  </a:moveTo>
                  <a:lnTo>
                    <a:pt x="0" y="1096"/>
                  </a:lnTo>
                  <a:lnTo>
                    <a:pt x="1096" y="1096"/>
                  </a:lnTo>
                  <a:lnTo>
                    <a:pt x="109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23;p15"/>
            <p:cNvSpPr/>
            <p:nvPr/>
          </p:nvSpPr>
          <p:spPr>
            <a:xfrm>
              <a:off x="2536362" y="2145710"/>
              <a:ext cx="82398" cy="82398"/>
            </a:xfrm>
            <a:custGeom>
              <a:avLst/>
              <a:gdLst/>
              <a:ahLst/>
              <a:cxnLst/>
              <a:rect l="l" t="t" r="r" b="b"/>
              <a:pathLst>
                <a:path w="1097" h="1097" extrusionOk="0">
                  <a:moveTo>
                    <a:pt x="0" y="0"/>
                  </a:moveTo>
                  <a:lnTo>
                    <a:pt x="0" y="1096"/>
                  </a:lnTo>
                  <a:lnTo>
                    <a:pt x="1096" y="0"/>
                  </a:lnTo>
                  <a:close/>
                </a:path>
              </a:pathLst>
            </a:custGeom>
            <a:solidFill>
              <a:srgbClr val="E1F6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15"/>
            <p:cNvSpPr/>
            <p:nvPr/>
          </p:nvSpPr>
          <p:spPr>
            <a:xfrm>
              <a:off x="2656017" y="2145710"/>
              <a:ext cx="82474" cy="82398"/>
            </a:xfrm>
            <a:custGeom>
              <a:avLst/>
              <a:gdLst/>
              <a:ahLst/>
              <a:cxnLst/>
              <a:rect l="l" t="t" r="r" b="b"/>
              <a:pathLst>
                <a:path w="1098" h="1097" extrusionOk="0">
                  <a:moveTo>
                    <a:pt x="0" y="0"/>
                  </a:moveTo>
                  <a:lnTo>
                    <a:pt x="0" y="1096"/>
                  </a:lnTo>
                  <a:lnTo>
                    <a:pt x="1097" y="1096"/>
                  </a:lnTo>
                  <a:lnTo>
                    <a:pt x="10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5;p15"/>
            <p:cNvSpPr/>
            <p:nvPr/>
          </p:nvSpPr>
          <p:spPr>
            <a:xfrm>
              <a:off x="2656092" y="2145710"/>
              <a:ext cx="82398" cy="82398"/>
            </a:xfrm>
            <a:custGeom>
              <a:avLst/>
              <a:gdLst/>
              <a:ahLst/>
              <a:cxnLst/>
              <a:rect l="l" t="t" r="r" b="b"/>
              <a:pathLst>
                <a:path w="1097" h="1097" extrusionOk="0">
                  <a:moveTo>
                    <a:pt x="0" y="0"/>
                  </a:moveTo>
                  <a:lnTo>
                    <a:pt x="0" y="1096"/>
                  </a:lnTo>
                  <a:lnTo>
                    <a:pt x="1096" y="0"/>
                  </a:lnTo>
                  <a:close/>
                </a:path>
              </a:pathLst>
            </a:custGeom>
            <a:solidFill>
              <a:srgbClr val="E1F6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6;p15"/>
            <p:cNvSpPr/>
            <p:nvPr/>
          </p:nvSpPr>
          <p:spPr>
            <a:xfrm>
              <a:off x="2775822" y="2145710"/>
              <a:ext cx="82474" cy="82398"/>
            </a:xfrm>
            <a:custGeom>
              <a:avLst/>
              <a:gdLst/>
              <a:ahLst/>
              <a:cxnLst/>
              <a:rect l="l" t="t" r="r" b="b"/>
              <a:pathLst>
                <a:path w="1098" h="1097" extrusionOk="0">
                  <a:moveTo>
                    <a:pt x="1" y="0"/>
                  </a:moveTo>
                  <a:lnTo>
                    <a:pt x="1" y="1096"/>
                  </a:lnTo>
                  <a:lnTo>
                    <a:pt x="1097" y="1096"/>
                  </a:lnTo>
                  <a:lnTo>
                    <a:pt x="10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15"/>
            <p:cNvSpPr/>
            <p:nvPr/>
          </p:nvSpPr>
          <p:spPr>
            <a:xfrm>
              <a:off x="2775822" y="2145710"/>
              <a:ext cx="82474" cy="82398"/>
            </a:xfrm>
            <a:custGeom>
              <a:avLst/>
              <a:gdLst/>
              <a:ahLst/>
              <a:cxnLst/>
              <a:rect l="l" t="t" r="r" b="b"/>
              <a:pathLst>
                <a:path w="1098" h="1097" extrusionOk="0">
                  <a:moveTo>
                    <a:pt x="1" y="0"/>
                  </a:moveTo>
                  <a:lnTo>
                    <a:pt x="1" y="1096"/>
                  </a:lnTo>
                  <a:lnTo>
                    <a:pt x="1097" y="0"/>
                  </a:lnTo>
                  <a:close/>
                </a:path>
              </a:pathLst>
            </a:custGeom>
            <a:solidFill>
              <a:srgbClr val="E1F6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15"/>
            <p:cNvSpPr/>
            <p:nvPr/>
          </p:nvSpPr>
          <p:spPr>
            <a:xfrm>
              <a:off x="2416556" y="2262434"/>
              <a:ext cx="82398" cy="82398"/>
            </a:xfrm>
            <a:custGeom>
              <a:avLst/>
              <a:gdLst/>
              <a:ahLst/>
              <a:cxnLst/>
              <a:rect l="l" t="t" r="r" b="b"/>
              <a:pathLst>
                <a:path w="1097" h="1097" extrusionOk="0">
                  <a:moveTo>
                    <a:pt x="0" y="1"/>
                  </a:moveTo>
                  <a:lnTo>
                    <a:pt x="0" y="1097"/>
                  </a:lnTo>
                  <a:lnTo>
                    <a:pt x="1097" y="1097"/>
                  </a:lnTo>
                  <a:lnTo>
                    <a:pt x="109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15"/>
            <p:cNvSpPr/>
            <p:nvPr/>
          </p:nvSpPr>
          <p:spPr>
            <a:xfrm>
              <a:off x="2416556" y="2262434"/>
              <a:ext cx="82398" cy="82398"/>
            </a:xfrm>
            <a:custGeom>
              <a:avLst/>
              <a:gdLst/>
              <a:ahLst/>
              <a:cxnLst/>
              <a:rect l="l" t="t" r="r" b="b"/>
              <a:pathLst>
                <a:path w="1097" h="1097" extrusionOk="0">
                  <a:moveTo>
                    <a:pt x="0" y="1"/>
                  </a:moveTo>
                  <a:lnTo>
                    <a:pt x="0" y="1097"/>
                  </a:lnTo>
                  <a:lnTo>
                    <a:pt x="1097" y="1"/>
                  </a:lnTo>
                  <a:close/>
                </a:path>
              </a:pathLst>
            </a:custGeom>
            <a:solidFill>
              <a:srgbClr val="E1F6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30;p15"/>
            <p:cNvSpPr/>
            <p:nvPr/>
          </p:nvSpPr>
          <p:spPr>
            <a:xfrm>
              <a:off x="2536362" y="2262434"/>
              <a:ext cx="82398" cy="82398"/>
            </a:xfrm>
            <a:custGeom>
              <a:avLst/>
              <a:gdLst/>
              <a:ahLst/>
              <a:cxnLst/>
              <a:rect l="l" t="t" r="r" b="b"/>
              <a:pathLst>
                <a:path w="1097" h="1097" extrusionOk="0">
                  <a:moveTo>
                    <a:pt x="0" y="1"/>
                  </a:moveTo>
                  <a:lnTo>
                    <a:pt x="0" y="1097"/>
                  </a:lnTo>
                  <a:lnTo>
                    <a:pt x="1096" y="1097"/>
                  </a:lnTo>
                  <a:lnTo>
                    <a:pt x="109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231;p15"/>
            <p:cNvSpPr/>
            <p:nvPr/>
          </p:nvSpPr>
          <p:spPr>
            <a:xfrm>
              <a:off x="2536362" y="2262434"/>
              <a:ext cx="82398" cy="82398"/>
            </a:xfrm>
            <a:custGeom>
              <a:avLst/>
              <a:gdLst/>
              <a:ahLst/>
              <a:cxnLst/>
              <a:rect l="l" t="t" r="r" b="b"/>
              <a:pathLst>
                <a:path w="1097" h="1097" extrusionOk="0">
                  <a:moveTo>
                    <a:pt x="0" y="1"/>
                  </a:moveTo>
                  <a:lnTo>
                    <a:pt x="0" y="1097"/>
                  </a:lnTo>
                  <a:lnTo>
                    <a:pt x="1096" y="1"/>
                  </a:lnTo>
                  <a:close/>
                </a:path>
              </a:pathLst>
            </a:custGeom>
            <a:solidFill>
              <a:srgbClr val="E1F6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2;p15"/>
            <p:cNvSpPr/>
            <p:nvPr/>
          </p:nvSpPr>
          <p:spPr>
            <a:xfrm>
              <a:off x="2656017" y="2262434"/>
              <a:ext cx="82474" cy="82398"/>
            </a:xfrm>
            <a:custGeom>
              <a:avLst/>
              <a:gdLst/>
              <a:ahLst/>
              <a:cxnLst/>
              <a:rect l="l" t="t" r="r" b="b"/>
              <a:pathLst>
                <a:path w="1098" h="1097" extrusionOk="0">
                  <a:moveTo>
                    <a:pt x="0" y="1"/>
                  </a:moveTo>
                  <a:lnTo>
                    <a:pt x="0" y="1097"/>
                  </a:lnTo>
                  <a:lnTo>
                    <a:pt x="1097" y="1097"/>
                  </a:lnTo>
                  <a:lnTo>
                    <a:pt x="109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233;p15"/>
            <p:cNvSpPr/>
            <p:nvPr/>
          </p:nvSpPr>
          <p:spPr>
            <a:xfrm>
              <a:off x="2656092" y="2262434"/>
              <a:ext cx="82398" cy="82398"/>
            </a:xfrm>
            <a:custGeom>
              <a:avLst/>
              <a:gdLst/>
              <a:ahLst/>
              <a:cxnLst/>
              <a:rect l="l" t="t" r="r" b="b"/>
              <a:pathLst>
                <a:path w="1097" h="1097" extrusionOk="0">
                  <a:moveTo>
                    <a:pt x="0" y="1"/>
                  </a:moveTo>
                  <a:lnTo>
                    <a:pt x="0" y="1097"/>
                  </a:lnTo>
                  <a:lnTo>
                    <a:pt x="1096" y="1"/>
                  </a:lnTo>
                  <a:close/>
                </a:path>
              </a:pathLst>
            </a:custGeom>
            <a:solidFill>
              <a:srgbClr val="E1F6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15"/>
            <p:cNvSpPr/>
            <p:nvPr/>
          </p:nvSpPr>
          <p:spPr>
            <a:xfrm>
              <a:off x="2775822" y="2262434"/>
              <a:ext cx="82474" cy="82398"/>
            </a:xfrm>
            <a:custGeom>
              <a:avLst/>
              <a:gdLst/>
              <a:ahLst/>
              <a:cxnLst/>
              <a:rect l="l" t="t" r="r" b="b"/>
              <a:pathLst>
                <a:path w="1098" h="1097" extrusionOk="0">
                  <a:moveTo>
                    <a:pt x="1" y="1"/>
                  </a:moveTo>
                  <a:lnTo>
                    <a:pt x="1" y="1097"/>
                  </a:lnTo>
                  <a:lnTo>
                    <a:pt x="1097" y="1097"/>
                  </a:lnTo>
                  <a:lnTo>
                    <a:pt x="109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235;p15"/>
            <p:cNvSpPr/>
            <p:nvPr/>
          </p:nvSpPr>
          <p:spPr>
            <a:xfrm>
              <a:off x="2775822" y="2262434"/>
              <a:ext cx="82474" cy="82398"/>
            </a:xfrm>
            <a:custGeom>
              <a:avLst/>
              <a:gdLst/>
              <a:ahLst/>
              <a:cxnLst/>
              <a:rect l="l" t="t" r="r" b="b"/>
              <a:pathLst>
                <a:path w="1098" h="1097" extrusionOk="0">
                  <a:moveTo>
                    <a:pt x="1" y="1"/>
                  </a:moveTo>
                  <a:lnTo>
                    <a:pt x="1" y="1097"/>
                  </a:lnTo>
                  <a:lnTo>
                    <a:pt x="1097" y="1"/>
                  </a:lnTo>
                  <a:close/>
                </a:path>
              </a:pathLst>
            </a:custGeom>
            <a:solidFill>
              <a:srgbClr val="E1F6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15"/>
            <p:cNvSpPr/>
            <p:nvPr/>
          </p:nvSpPr>
          <p:spPr>
            <a:xfrm>
              <a:off x="2416556" y="2379083"/>
              <a:ext cx="82398" cy="82398"/>
            </a:xfrm>
            <a:custGeom>
              <a:avLst/>
              <a:gdLst/>
              <a:ahLst/>
              <a:cxnLst/>
              <a:rect l="l" t="t" r="r" b="b"/>
              <a:pathLst>
                <a:path w="1097" h="1097" extrusionOk="0">
                  <a:moveTo>
                    <a:pt x="0" y="1"/>
                  </a:moveTo>
                  <a:lnTo>
                    <a:pt x="0" y="1097"/>
                  </a:lnTo>
                  <a:lnTo>
                    <a:pt x="1097" y="1097"/>
                  </a:lnTo>
                  <a:lnTo>
                    <a:pt x="109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15"/>
            <p:cNvSpPr/>
            <p:nvPr/>
          </p:nvSpPr>
          <p:spPr>
            <a:xfrm>
              <a:off x="2416556" y="2379083"/>
              <a:ext cx="82398" cy="82474"/>
            </a:xfrm>
            <a:custGeom>
              <a:avLst/>
              <a:gdLst/>
              <a:ahLst/>
              <a:cxnLst/>
              <a:rect l="l" t="t" r="r" b="b"/>
              <a:pathLst>
                <a:path w="1097" h="1098" extrusionOk="0">
                  <a:moveTo>
                    <a:pt x="0" y="1"/>
                  </a:moveTo>
                  <a:lnTo>
                    <a:pt x="0" y="1098"/>
                  </a:lnTo>
                  <a:lnTo>
                    <a:pt x="1097" y="1"/>
                  </a:lnTo>
                  <a:close/>
                </a:path>
              </a:pathLst>
            </a:custGeom>
            <a:solidFill>
              <a:srgbClr val="E1F6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15"/>
            <p:cNvSpPr/>
            <p:nvPr/>
          </p:nvSpPr>
          <p:spPr>
            <a:xfrm>
              <a:off x="2536362" y="2379083"/>
              <a:ext cx="82398" cy="82398"/>
            </a:xfrm>
            <a:custGeom>
              <a:avLst/>
              <a:gdLst/>
              <a:ahLst/>
              <a:cxnLst/>
              <a:rect l="l" t="t" r="r" b="b"/>
              <a:pathLst>
                <a:path w="1097" h="1097" extrusionOk="0">
                  <a:moveTo>
                    <a:pt x="0" y="1"/>
                  </a:moveTo>
                  <a:lnTo>
                    <a:pt x="0" y="1097"/>
                  </a:lnTo>
                  <a:lnTo>
                    <a:pt x="1096" y="1097"/>
                  </a:lnTo>
                  <a:lnTo>
                    <a:pt x="109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15"/>
            <p:cNvSpPr/>
            <p:nvPr/>
          </p:nvSpPr>
          <p:spPr>
            <a:xfrm>
              <a:off x="2536362" y="2379083"/>
              <a:ext cx="82398" cy="82474"/>
            </a:xfrm>
            <a:custGeom>
              <a:avLst/>
              <a:gdLst/>
              <a:ahLst/>
              <a:cxnLst/>
              <a:rect l="l" t="t" r="r" b="b"/>
              <a:pathLst>
                <a:path w="1097" h="1098" extrusionOk="0">
                  <a:moveTo>
                    <a:pt x="0" y="1"/>
                  </a:moveTo>
                  <a:lnTo>
                    <a:pt x="0" y="1098"/>
                  </a:lnTo>
                  <a:lnTo>
                    <a:pt x="1096" y="1"/>
                  </a:lnTo>
                  <a:close/>
                </a:path>
              </a:pathLst>
            </a:custGeom>
            <a:solidFill>
              <a:srgbClr val="E1F6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15"/>
            <p:cNvSpPr/>
            <p:nvPr/>
          </p:nvSpPr>
          <p:spPr>
            <a:xfrm>
              <a:off x="2656017" y="2379083"/>
              <a:ext cx="82474" cy="82398"/>
            </a:xfrm>
            <a:custGeom>
              <a:avLst/>
              <a:gdLst/>
              <a:ahLst/>
              <a:cxnLst/>
              <a:rect l="l" t="t" r="r" b="b"/>
              <a:pathLst>
                <a:path w="1098" h="1097" extrusionOk="0">
                  <a:moveTo>
                    <a:pt x="0" y="1"/>
                  </a:moveTo>
                  <a:lnTo>
                    <a:pt x="0" y="1097"/>
                  </a:lnTo>
                  <a:lnTo>
                    <a:pt x="1097" y="1097"/>
                  </a:lnTo>
                  <a:lnTo>
                    <a:pt x="109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15"/>
            <p:cNvSpPr/>
            <p:nvPr/>
          </p:nvSpPr>
          <p:spPr>
            <a:xfrm>
              <a:off x="2656092" y="2379083"/>
              <a:ext cx="82398" cy="82474"/>
            </a:xfrm>
            <a:custGeom>
              <a:avLst/>
              <a:gdLst/>
              <a:ahLst/>
              <a:cxnLst/>
              <a:rect l="l" t="t" r="r" b="b"/>
              <a:pathLst>
                <a:path w="1097" h="1098" extrusionOk="0">
                  <a:moveTo>
                    <a:pt x="0" y="1"/>
                  </a:moveTo>
                  <a:lnTo>
                    <a:pt x="0" y="1098"/>
                  </a:lnTo>
                  <a:lnTo>
                    <a:pt x="1096" y="1"/>
                  </a:lnTo>
                  <a:close/>
                </a:path>
              </a:pathLst>
            </a:custGeom>
            <a:solidFill>
              <a:srgbClr val="E1F6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15"/>
            <p:cNvSpPr/>
            <p:nvPr/>
          </p:nvSpPr>
          <p:spPr>
            <a:xfrm>
              <a:off x="2775822" y="2379083"/>
              <a:ext cx="82474" cy="82398"/>
            </a:xfrm>
            <a:custGeom>
              <a:avLst/>
              <a:gdLst/>
              <a:ahLst/>
              <a:cxnLst/>
              <a:rect l="l" t="t" r="r" b="b"/>
              <a:pathLst>
                <a:path w="1098" h="1097" extrusionOk="0">
                  <a:moveTo>
                    <a:pt x="1" y="1"/>
                  </a:moveTo>
                  <a:lnTo>
                    <a:pt x="1" y="1097"/>
                  </a:lnTo>
                  <a:lnTo>
                    <a:pt x="1097" y="1097"/>
                  </a:lnTo>
                  <a:lnTo>
                    <a:pt x="109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15"/>
            <p:cNvSpPr/>
            <p:nvPr/>
          </p:nvSpPr>
          <p:spPr>
            <a:xfrm>
              <a:off x="2775822" y="2379083"/>
              <a:ext cx="82474" cy="82474"/>
            </a:xfrm>
            <a:custGeom>
              <a:avLst/>
              <a:gdLst/>
              <a:ahLst/>
              <a:cxnLst/>
              <a:rect l="l" t="t" r="r" b="b"/>
              <a:pathLst>
                <a:path w="1098" h="1098" extrusionOk="0">
                  <a:moveTo>
                    <a:pt x="1" y="1"/>
                  </a:moveTo>
                  <a:lnTo>
                    <a:pt x="1" y="1098"/>
                  </a:lnTo>
                  <a:lnTo>
                    <a:pt x="1097" y="1"/>
                  </a:lnTo>
                  <a:close/>
                </a:path>
              </a:pathLst>
            </a:custGeom>
            <a:solidFill>
              <a:srgbClr val="E1F6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15"/>
            <p:cNvSpPr/>
            <p:nvPr/>
          </p:nvSpPr>
          <p:spPr>
            <a:xfrm>
              <a:off x="2416556" y="2495882"/>
              <a:ext cx="82398" cy="82323"/>
            </a:xfrm>
            <a:custGeom>
              <a:avLst/>
              <a:gdLst/>
              <a:ahLst/>
              <a:cxnLst/>
              <a:rect l="l" t="t" r="r" b="b"/>
              <a:pathLst>
                <a:path w="1097" h="1096" extrusionOk="0">
                  <a:moveTo>
                    <a:pt x="0" y="0"/>
                  </a:moveTo>
                  <a:lnTo>
                    <a:pt x="0" y="1096"/>
                  </a:lnTo>
                  <a:lnTo>
                    <a:pt x="1097" y="1096"/>
                  </a:lnTo>
                  <a:lnTo>
                    <a:pt x="10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15"/>
            <p:cNvSpPr/>
            <p:nvPr/>
          </p:nvSpPr>
          <p:spPr>
            <a:xfrm>
              <a:off x="2416556" y="2495882"/>
              <a:ext cx="82398" cy="82323"/>
            </a:xfrm>
            <a:custGeom>
              <a:avLst/>
              <a:gdLst/>
              <a:ahLst/>
              <a:cxnLst/>
              <a:rect l="l" t="t" r="r" b="b"/>
              <a:pathLst>
                <a:path w="1097" h="1096" extrusionOk="0">
                  <a:moveTo>
                    <a:pt x="0" y="0"/>
                  </a:moveTo>
                  <a:lnTo>
                    <a:pt x="0" y="1096"/>
                  </a:lnTo>
                  <a:lnTo>
                    <a:pt x="1097" y="0"/>
                  </a:lnTo>
                  <a:close/>
                </a:path>
              </a:pathLst>
            </a:custGeom>
            <a:solidFill>
              <a:srgbClr val="E1F6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15"/>
            <p:cNvSpPr/>
            <p:nvPr/>
          </p:nvSpPr>
          <p:spPr>
            <a:xfrm>
              <a:off x="2536362" y="2495882"/>
              <a:ext cx="82398" cy="82323"/>
            </a:xfrm>
            <a:custGeom>
              <a:avLst/>
              <a:gdLst/>
              <a:ahLst/>
              <a:cxnLst/>
              <a:rect l="l" t="t" r="r" b="b"/>
              <a:pathLst>
                <a:path w="1097" h="1096" extrusionOk="0">
                  <a:moveTo>
                    <a:pt x="0" y="0"/>
                  </a:moveTo>
                  <a:lnTo>
                    <a:pt x="0" y="1096"/>
                  </a:lnTo>
                  <a:lnTo>
                    <a:pt x="1096" y="1096"/>
                  </a:lnTo>
                  <a:lnTo>
                    <a:pt x="109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247;p15"/>
            <p:cNvSpPr/>
            <p:nvPr/>
          </p:nvSpPr>
          <p:spPr>
            <a:xfrm>
              <a:off x="2536362" y="2495882"/>
              <a:ext cx="82398" cy="82323"/>
            </a:xfrm>
            <a:custGeom>
              <a:avLst/>
              <a:gdLst/>
              <a:ahLst/>
              <a:cxnLst/>
              <a:rect l="l" t="t" r="r" b="b"/>
              <a:pathLst>
                <a:path w="1097" h="1096" extrusionOk="0">
                  <a:moveTo>
                    <a:pt x="0" y="0"/>
                  </a:moveTo>
                  <a:lnTo>
                    <a:pt x="0" y="1096"/>
                  </a:lnTo>
                  <a:lnTo>
                    <a:pt x="1096" y="0"/>
                  </a:lnTo>
                  <a:close/>
                </a:path>
              </a:pathLst>
            </a:custGeom>
            <a:solidFill>
              <a:srgbClr val="E1F6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15"/>
            <p:cNvSpPr/>
            <p:nvPr/>
          </p:nvSpPr>
          <p:spPr>
            <a:xfrm>
              <a:off x="2656017" y="2495882"/>
              <a:ext cx="82474" cy="82323"/>
            </a:xfrm>
            <a:custGeom>
              <a:avLst/>
              <a:gdLst/>
              <a:ahLst/>
              <a:cxnLst/>
              <a:rect l="l" t="t" r="r" b="b"/>
              <a:pathLst>
                <a:path w="1098" h="1096" extrusionOk="0">
                  <a:moveTo>
                    <a:pt x="0" y="0"/>
                  </a:moveTo>
                  <a:lnTo>
                    <a:pt x="0" y="1096"/>
                  </a:lnTo>
                  <a:lnTo>
                    <a:pt x="1097" y="1096"/>
                  </a:lnTo>
                  <a:lnTo>
                    <a:pt x="10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49;p15"/>
            <p:cNvSpPr/>
            <p:nvPr/>
          </p:nvSpPr>
          <p:spPr>
            <a:xfrm>
              <a:off x="2656092" y="2495882"/>
              <a:ext cx="82398" cy="82323"/>
            </a:xfrm>
            <a:custGeom>
              <a:avLst/>
              <a:gdLst/>
              <a:ahLst/>
              <a:cxnLst/>
              <a:rect l="l" t="t" r="r" b="b"/>
              <a:pathLst>
                <a:path w="1097" h="1096" extrusionOk="0">
                  <a:moveTo>
                    <a:pt x="0" y="0"/>
                  </a:moveTo>
                  <a:lnTo>
                    <a:pt x="0" y="1096"/>
                  </a:lnTo>
                  <a:lnTo>
                    <a:pt x="1096" y="0"/>
                  </a:lnTo>
                  <a:close/>
                </a:path>
              </a:pathLst>
            </a:custGeom>
            <a:solidFill>
              <a:srgbClr val="E1F6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15"/>
            <p:cNvSpPr/>
            <p:nvPr/>
          </p:nvSpPr>
          <p:spPr>
            <a:xfrm>
              <a:off x="2775822" y="2495882"/>
              <a:ext cx="82474" cy="82323"/>
            </a:xfrm>
            <a:custGeom>
              <a:avLst/>
              <a:gdLst/>
              <a:ahLst/>
              <a:cxnLst/>
              <a:rect l="l" t="t" r="r" b="b"/>
              <a:pathLst>
                <a:path w="1098" h="1096" extrusionOk="0">
                  <a:moveTo>
                    <a:pt x="1" y="0"/>
                  </a:moveTo>
                  <a:lnTo>
                    <a:pt x="1" y="1096"/>
                  </a:lnTo>
                  <a:lnTo>
                    <a:pt x="1097" y="1096"/>
                  </a:lnTo>
                  <a:lnTo>
                    <a:pt x="10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15"/>
            <p:cNvSpPr/>
            <p:nvPr/>
          </p:nvSpPr>
          <p:spPr>
            <a:xfrm>
              <a:off x="2775822" y="2495882"/>
              <a:ext cx="82474" cy="82323"/>
            </a:xfrm>
            <a:custGeom>
              <a:avLst/>
              <a:gdLst/>
              <a:ahLst/>
              <a:cxnLst/>
              <a:rect l="l" t="t" r="r" b="b"/>
              <a:pathLst>
                <a:path w="1098" h="1096" extrusionOk="0">
                  <a:moveTo>
                    <a:pt x="1" y="0"/>
                  </a:moveTo>
                  <a:lnTo>
                    <a:pt x="1" y="1096"/>
                  </a:lnTo>
                  <a:lnTo>
                    <a:pt x="1097" y="0"/>
                  </a:lnTo>
                  <a:close/>
                </a:path>
              </a:pathLst>
            </a:custGeom>
            <a:solidFill>
              <a:srgbClr val="E1F6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15"/>
            <p:cNvSpPr/>
            <p:nvPr/>
          </p:nvSpPr>
          <p:spPr>
            <a:xfrm>
              <a:off x="2416556" y="2612607"/>
              <a:ext cx="82398" cy="82398"/>
            </a:xfrm>
            <a:custGeom>
              <a:avLst/>
              <a:gdLst/>
              <a:ahLst/>
              <a:cxnLst/>
              <a:rect l="l" t="t" r="r" b="b"/>
              <a:pathLst>
                <a:path w="1097" h="1097" extrusionOk="0">
                  <a:moveTo>
                    <a:pt x="0" y="0"/>
                  </a:moveTo>
                  <a:lnTo>
                    <a:pt x="0" y="1096"/>
                  </a:lnTo>
                  <a:lnTo>
                    <a:pt x="1097" y="1096"/>
                  </a:lnTo>
                  <a:lnTo>
                    <a:pt x="10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253;p15"/>
            <p:cNvSpPr/>
            <p:nvPr/>
          </p:nvSpPr>
          <p:spPr>
            <a:xfrm>
              <a:off x="2416556" y="2612607"/>
              <a:ext cx="82398" cy="82398"/>
            </a:xfrm>
            <a:custGeom>
              <a:avLst/>
              <a:gdLst/>
              <a:ahLst/>
              <a:cxnLst/>
              <a:rect l="l" t="t" r="r" b="b"/>
              <a:pathLst>
                <a:path w="1097" h="1097" extrusionOk="0">
                  <a:moveTo>
                    <a:pt x="0" y="0"/>
                  </a:moveTo>
                  <a:lnTo>
                    <a:pt x="0" y="1096"/>
                  </a:lnTo>
                  <a:lnTo>
                    <a:pt x="1097" y="0"/>
                  </a:lnTo>
                  <a:close/>
                </a:path>
              </a:pathLst>
            </a:custGeom>
            <a:solidFill>
              <a:srgbClr val="E1F6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15"/>
            <p:cNvSpPr/>
            <p:nvPr/>
          </p:nvSpPr>
          <p:spPr>
            <a:xfrm>
              <a:off x="2536362" y="2612607"/>
              <a:ext cx="82398" cy="82398"/>
            </a:xfrm>
            <a:custGeom>
              <a:avLst/>
              <a:gdLst/>
              <a:ahLst/>
              <a:cxnLst/>
              <a:rect l="l" t="t" r="r" b="b"/>
              <a:pathLst>
                <a:path w="1097" h="1097" extrusionOk="0">
                  <a:moveTo>
                    <a:pt x="0" y="0"/>
                  </a:moveTo>
                  <a:lnTo>
                    <a:pt x="0" y="1096"/>
                  </a:lnTo>
                  <a:lnTo>
                    <a:pt x="1096" y="1096"/>
                  </a:lnTo>
                  <a:lnTo>
                    <a:pt x="109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55;p15"/>
            <p:cNvSpPr/>
            <p:nvPr/>
          </p:nvSpPr>
          <p:spPr>
            <a:xfrm>
              <a:off x="2536362" y="2612607"/>
              <a:ext cx="82398" cy="82398"/>
            </a:xfrm>
            <a:custGeom>
              <a:avLst/>
              <a:gdLst/>
              <a:ahLst/>
              <a:cxnLst/>
              <a:rect l="l" t="t" r="r" b="b"/>
              <a:pathLst>
                <a:path w="1097" h="1097" extrusionOk="0">
                  <a:moveTo>
                    <a:pt x="0" y="0"/>
                  </a:moveTo>
                  <a:lnTo>
                    <a:pt x="0" y="1096"/>
                  </a:lnTo>
                  <a:lnTo>
                    <a:pt x="1096" y="0"/>
                  </a:lnTo>
                  <a:close/>
                </a:path>
              </a:pathLst>
            </a:custGeom>
            <a:solidFill>
              <a:srgbClr val="E1F6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56;p15"/>
            <p:cNvSpPr/>
            <p:nvPr/>
          </p:nvSpPr>
          <p:spPr>
            <a:xfrm>
              <a:off x="2656017" y="2612607"/>
              <a:ext cx="82474" cy="82398"/>
            </a:xfrm>
            <a:custGeom>
              <a:avLst/>
              <a:gdLst/>
              <a:ahLst/>
              <a:cxnLst/>
              <a:rect l="l" t="t" r="r" b="b"/>
              <a:pathLst>
                <a:path w="1098" h="1097" extrusionOk="0">
                  <a:moveTo>
                    <a:pt x="0" y="0"/>
                  </a:moveTo>
                  <a:lnTo>
                    <a:pt x="0" y="1096"/>
                  </a:lnTo>
                  <a:lnTo>
                    <a:pt x="1097" y="1096"/>
                  </a:lnTo>
                  <a:lnTo>
                    <a:pt x="10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57;p15"/>
            <p:cNvSpPr/>
            <p:nvPr/>
          </p:nvSpPr>
          <p:spPr>
            <a:xfrm>
              <a:off x="2656092" y="2612607"/>
              <a:ext cx="82398" cy="82398"/>
            </a:xfrm>
            <a:custGeom>
              <a:avLst/>
              <a:gdLst/>
              <a:ahLst/>
              <a:cxnLst/>
              <a:rect l="l" t="t" r="r" b="b"/>
              <a:pathLst>
                <a:path w="1097" h="1097" extrusionOk="0">
                  <a:moveTo>
                    <a:pt x="0" y="0"/>
                  </a:moveTo>
                  <a:lnTo>
                    <a:pt x="0" y="1096"/>
                  </a:lnTo>
                  <a:lnTo>
                    <a:pt x="1096" y="0"/>
                  </a:lnTo>
                  <a:close/>
                </a:path>
              </a:pathLst>
            </a:custGeom>
            <a:solidFill>
              <a:srgbClr val="E1F6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258;p15"/>
            <p:cNvSpPr/>
            <p:nvPr/>
          </p:nvSpPr>
          <p:spPr>
            <a:xfrm>
              <a:off x="2775822" y="2612607"/>
              <a:ext cx="82474" cy="82398"/>
            </a:xfrm>
            <a:custGeom>
              <a:avLst/>
              <a:gdLst/>
              <a:ahLst/>
              <a:cxnLst/>
              <a:rect l="l" t="t" r="r" b="b"/>
              <a:pathLst>
                <a:path w="1098" h="1097" extrusionOk="0">
                  <a:moveTo>
                    <a:pt x="1" y="0"/>
                  </a:moveTo>
                  <a:lnTo>
                    <a:pt x="1" y="1096"/>
                  </a:lnTo>
                  <a:lnTo>
                    <a:pt x="1097" y="1096"/>
                  </a:lnTo>
                  <a:lnTo>
                    <a:pt x="10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59;p15"/>
            <p:cNvSpPr/>
            <p:nvPr/>
          </p:nvSpPr>
          <p:spPr>
            <a:xfrm>
              <a:off x="2775822" y="2612607"/>
              <a:ext cx="82474" cy="82398"/>
            </a:xfrm>
            <a:custGeom>
              <a:avLst/>
              <a:gdLst/>
              <a:ahLst/>
              <a:cxnLst/>
              <a:rect l="l" t="t" r="r" b="b"/>
              <a:pathLst>
                <a:path w="1098" h="1097" extrusionOk="0">
                  <a:moveTo>
                    <a:pt x="1" y="0"/>
                  </a:moveTo>
                  <a:lnTo>
                    <a:pt x="1" y="1096"/>
                  </a:lnTo>
                  <a:lnTo>
                    <a:pt x="1097" y="0"/>
                  </a:lnTo>
                  <a:close/>
                </a:path>
              </a:pathLst>
            </a:custGeom>
            <a:solidFill>
              <a:srgbClr val="E1F6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60;p15"/>
            <p:cNvSpPr/>
            <p:nvPr/>
          </p:nvSpPr>
          <p:spPr>
            <a:xfrm>
              <a:off x="2416556" y="2729331"/>
              <a:ext cx="82398" cy="82398"/>
            </a:xfrm>
            <a:custGeom>
              <a:avLst/>
              <a:gdLst/>
              <a:ahLst/>
              <a:cxnLst/>
              <a:rect l="l" t="t" r="r" b="b"/>
              <a:pathLst>
                <a:path w="1097" h="1097" extrusionOk="0">
                  <a:moveTo>
                    <a:pt x="0" y="1"/>
                  </a:moveTo>
                  <a:lnTo>
                    <a:pt x="0" y="1096"/>
                  </a:lnTo>
                  <a:lnTo>
                    <a:pt x="1097" y="1096"/>
                  </a:lnTo>
                  <a:lnTo>
                    <a:pt x="109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15"/>
            <p:cNvSpPr/>
            <p:nvPr/>
          </p:nvSpPr>
          <p:spPr>
            <a:xfrm>
              <a:off x="2416556" y="2729331"/>
              <a:ext cx="82398" cy="82398"/>
            </a:xfrm>
            <a:custGeom>
              <a:avLst/>
              <a:gdLst/>
              <a:ahLst/>
              <a:cxnLst/>
              <a:rect l="l" t="t" r="r" b="b"/>
              <a:pathLst>
                <a:path w="1097" h="1097" extrusionOk="0">
                  <a:moveTo>
                    <a:pt x="0" y="1"/>
                  </a:moveTo>
                  <a:lnTo>
                    <a:pt x="0" y="1096"/>
                  </a:lnTo>
                  <a:lnTo>
                    <a:pt x="1097" y="1"/>
                  </a:lnTo>
                  <a:close/>
                </a:path>
              </a:pathLst>
            </a:custGeom>
            <a:solidFill>
              <a:srgbClr val="E1F6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15"/>
            <p:cNvSpPr/>
            <p:nvPr/>
          </p:nvSpPr>
          <p:spPr>
            <a:xfrm>
              <a:off x="2536362" y="2729331"/>
              <a:ext cx="82398" cy="82398"/>
            </a:xfrm>
            <a:custGeom>
              <a:avLst/>
              <a:gdLst/>
              <a:ahLst/>
              <a:cxnLst/>
              <a:rect l="l" t="t" r="r" b="b"/>
              <a:pathLst>
                <a:path w="1097" h="1097" extrusionOk="0">
                  <a:moveTo>
                    <a:pt x="0" y="1"/>
                  </a:moveTo>
                  <a:lnTo>
                    <a:pt x="0" y="1096"/>
                  </a:lnTo>
                  <a:lnTo>
                    <a:pt x="1096" y="1096"/>
                  </a:lnTo>
                  <a:lnTo>
                    <a:pt x="109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15"/>
            <p:cNvSpPr/>
            <p:nvPr/>
          </p:nvSpPr>
          <p:spPr>
            <a:xfrm>
              <a:off x="2536362" y="2729331"/>
              <a:ext cx="82398" cy="82398"/>
            </a:xfrm>
            <a:custGeom>
              <a:avLst/>
              <a:gdLst/>
              <a:ahLst/>
              <a:cxnLst/>
              <a:rect l="l" t="t" r="r" b="b"/>
              <a:pathLst>
                <a:path w="1097" h="1097" extrusionOk="0">
                  <a:moveTo>
                    <a:pt x="0" y="1"/>
                  </a:moveTo>
                  <a:lnTo>
                    <a:pt x="0" y="1096"/>
                  </a:lnTo>
                  <a:lnTo>
                    <a:pt x="1096" y="1"/>
                  </a:lnTo>
                  <a:close/>
                </a:path>
              </a:pathLst>
            </a:custGeom>
            <a:solidFill>
              <a:srgbClr val="E1F6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15"/>
            <p:cNvSpPr/>
            <p:nvPr/>
          </p:nvSpPr>
          <p:spPr>
            <a:xfrm>
              <a:off x="2656017" y="2729331"/>
              <a:ext cx="82474" cy="82398"/>
            </a:xfrm>
            <a:custGeom>
              <a:avLst/>
              <a:gdLst/>
              <a:ahLst/>
              <a:cxnLst/>
              <a:rect l="l" t="t" r="r" b="b"/>
              <a:pathLst>
                <a:path w="1098" h="1097" extrusionOk="0">
                  <a:moveTo>
                    <a:pt x="0" y="1"/>
                  </a:moveTo>
                  <a:lnTo>
                    <a:pt x="0" y="1096"/>
                  </a:lnTo>
                  <a:lnTo>
                    <a:pt x="1097" y="1096"/>
                  </a:lnTo>
                  <a:lnTo>
                    <a:pt x="109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15"/>
            <p:cNvSpPr/>
            <p:nvPr/>
          </p:nvSpPr>
          <p:spPr>
            <a:xfrm>
              <a:off x="2656092" y="2729331"/>
              <a:ext cx="82398" cy="82398"/>
            </a:xfrm>
            <a:custGeom>
              <a:avLst/>
              <a:gdLst/>
              <a:ahLst/>
              <a:cxnLst/>
              <a:rect l="l" t="t" r="r" b="b"/>
              <a:pathLst>
                <a:path w="1097" h="1097" extrusionOk="0">
                  <a:moveTo>
                    <a:pt x="0" y="1"/>
                  </a:moveTo>
                  <a:lnTo>
                    <a:pt x="0" y="1096"/>
                  </a:lnTo>
                  <a:lnTo>
                    <a:pt x="1096" y="1"/>
                  </a:lnTo>
                  <a:close/>
                </a:path>
              </a:pathLst>
            </a:custGeom>
            <a:solidFill>
              <a:srgbClr val="E1F6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15"/>
            <p:cNvSpPr/>
            <p:nvPr/>
          </p:nvSpPr>
          <p:spPr>
            <a:xfrm>
              <a:off x="2775822" y="2729331"/>
              <a:ext cx="82474" cy="82398"/>
            </a:xfrm>
            <a:custGeom>
              <a:avLst/>
              <a:gdLst/>
              <a:ahLst/>
              <a:cxnLst/>
              <a:rect l="l" t="t" r="r" b="b"/>
              <a:pathLst>
                <a:path w="1098" h="1097" extrusionOk="0">
                  <a:moveTo>
                    <a:pt x="1" y="1"/>
                  </a:moveTo>
                  <a:lnTo>
                    <a:pt x="1" y="1096"/>
                  </a:lnTo>
                  <a:lnTo>
                    <a:pt x="1097" y="1096"/>
                  </a:lnTo>
                  <a:lnTo>
                    <a:pt x="109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15"/>
            <p:cNvSpPr/>
            <p:nvPr/>
          </p:nvSpPr>
          <p:spPr>
            <a:xfrm>
              <a:off x="2775822" y="2729331"/>
              <a:ext cx="82474" cy="82398"/>
            </a:xfrm>
            <a:custGeom>
              <a:avLst/>
              <a:gdLst/>
              <a:ahLst/>
              <a:cxnLst/>
              <a:rect l="l" t="t" r="r" b="b"/>
              <a:pathLst>
                <a:path w="1098" h="1097" extrusionOk="0">
                  <a:moveTo>
                    <a:pt x="1" y="1"/>
                  </a:moveTo>
                  <a:lnTo>
                    <a:pt x="1" y="1096"/>
                  </a:lnTo>
                  <a:lnTo>
                    <a:pt x="1097" y="1"/>
                  </a:lnTo>
                  <a:close/>
                </a:path>
              </a:pathLst>
            </a:custGeom>
            <a:solidFill>
              <a:srgbClr val="E1F6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15"/>
            <p:cNvSpPr/>
            <p:nvPr/>
          </p:nvSpPr>
          <p:spPr>
            <a:xfrm>
              <a:off x="2416556" y="2845980"/>
              <a:ext cx="82398" cy="82398"/>
            </a:xfrm>
            <a:custGeom>
              <a:avLst/>
              <a:gdLst/>
              <a:ahLst/>
              <a:cxnLst/>
              <a:rect l="l" t="t" r="r" b="b"/>
              <a:pathLst>
                <a:path w="1097" h="1097" extrusionOk="0">
                  <a:moveTo>
                    <a:pt x="0" y="1"/>
                  </a:moveTo>
                  <a:lnTo>
                    <a:pt x="0" y="1097"/>
                  </a:lnTo>
                  <a:lnTo>
                    <a:pt x="1097" y="1097"/>
                  </a:lnTo>
                  <a:lnTo>
                    <a:pt x="109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15"/>
            <p:cNvSpPr/>
            <p:nvPr/>
          </p:nvSpPr>
          <p:spPr>
            <a:xfrm>
              <a:off x="2416556" y="2845980"/>
              <a:ext cx="82398" cy="82474"/>
            </a:xfrm>
            <a:custGeom>
              <a:avLst/>
              <a:gdLst/>
              <a:ahLst/>
              <a:cxnLst/>
              <a:rect l="l" t="t" r="r" b="b"/>
              <a:pathLst>
                <a:path w="1097" h="1098" extrusionOk="0">
                  <a:moveTo>
                    <a:pt x="0" y="1"/>
                  </a:moveTo>
                  <a:lnTo>
                    <a:pt x="0" y="1098"/>
                  </a:lnTo>
                  <a:lnTo>
                    <a:pt x="1097" y="1"/>
                  </a:lnTo>
                  <a:close/>
                </a:path>
              </a:pathLst>
            </a:custGeom>
            <a:solidFill>
              <a:srgbClr val="E1F6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15"/>
            <p:cNvSpPr/>
            <p:nvPr/>
          </p:nvSpPr>
          <p:spPr>
            <a:xfrm>
              <a:off x="2536362" y="2845980"/>
              <a:ext cx="82398" cy="82398"/>
            </a:xfrm>
            <a:custGeom>
              <a:avLst/>
              <a:gdLst/>
              <a:ahLst/>
              <a:cxnLst/>
              <a:rect l="l" t="t" r="r" b="b"/>
              <a:pathLst>
                <a:path w="1097" h="1097" extrusionOk="0">
                  <a:moveTo>
                    <a:pt x="0" y="1"/>
                  </a:moveTo>
                  <a:lnTo>
                    <a:pt x="0" y="1097"/>
                  </a:lnTo>
                  <a:lnTo>
                    <a:pt x="1096" y="1097"/>
                  </a:lnTo>
                  <a:lnTo>
                    <a:pt x="109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271;p15"/>
            <p:cNvSpPr/>
            <p:nvPr/>
          </p:nvSpPr>
          <p:spPr>
            <a:xfrm>
              <a:off x="2536362" y="2845980"/>
              <a:ext cx="82398" cy="82474"/>
            </a:xfrm>
            <a:custGeom>
              <a:avLst/>
              <a:gdLst/>
              <a:ahLst/>
              <a:cxnLst/>
              <a:rect l="l" t="t" r="r" b="b"/>
              <a:pathLst>
                <a:path w="1097" h="1098" extrusionOk="0">
                  <a:moveTo>
                    <a:pt x="0" y="1"/>
                  </a:moveTo>
                  <a:lnTo>
                    <a:pt x="0" y="1098"/>
                  </a:lnTo>
                  <a:lnTo>
                    <a:pt x="1096" y="1"/>
                  </a:lnTo>
                  <a:close/>
                </a:path>
              </a:pathLst>
            </a:custGeom>
            <a:solidFill>
              <a:srgbClr val="E1F6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272;p15"/>
            <p:cNvSpPr/>
            <p:nvPr/>
          </p:nvSpPr>
          <p:spPr>
            <a:xfrm>
              <a:off x="2656017" y="2845980"/>
              <a:ext cx="82474" cy="82398"/>
            </a:xfrm>
            <a:custGeom>
              <a:avLst/>
              <a:gdLst/>
              <a:ahLst/>
              <a:cxnLst/>
              <a:rect l="l" t="t" r="r" b="b"/>
              <a:pathLst>
                <a:path w="1098" h="1097" extrusionOk="0">
                  <a:moveTo>
                    <a:pt x="0" y="1"/>
                  </a:moveTo>
                  <a:lnTo>
                    <a:pt x="0" y="1097"/>
                  </a:lnTo>
                  <a:lnTo>
                    <a:pt x="1097" y="1097"/>
                  </a:lnTo>
                  <a:lnTo>
                    <a:pt x="109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15"/>
            <p:cNvSpPr/>
            <p:nvPr/>
          </p:nvSpPr>
          <p:spPr>
            <a:xfrm>
              <a:off x="2656092" y="2845980"/>
              <a:ext cx="82398" cy="82474"/>
            </a:xfrm>
            <a:custGeom>
              <a:avLst/>
              <a:gdLst/>
              <a:ahLst/>
              <a:cxnLst/>
              <a:rect l="l" t="t" r="r" b="b"/>
              <a:pathLst>
                <a:path w="1097" h="1098" extrusionOk="0">
                  <a:moveTo>
                    <a:pt x="0" y="1"/>
                  </a:moveTo>
                  <a:lnTo>
                    <a:pt x="0" y="1098"/>
                  </a:lnTo>
                  <a:lnTo>
                    <a:pt x="1096" y="1"/>
                  </a:lnTo>
                  <a:close/>
                </a:path>
              </a:pathLst>
            </a:custGeom>
            <a:solidFill>
              <a:srgbClr val="E1F6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15"/>
            <p:cNvSpPr/>
            <p:nvPr/>
          </p:nvSpPr>
          <p:spPr>
            <a:xfrm>
              <a:off x="2775822" y="2845980"/>
              <a:ext cx="82474" cy="82398"/>
            </a:xfrm>
            <a:custGeom>
              <a:avLst/>
              <a:gdLst/>
              <a:ahLst/>
              <a:cxnLst/>
              <a:rect l="l" t="t" r="r" b="b"/>
              <a:pathLst>
                <a:path w="1098" h="1097" extrusionOk="0">
                  <a:moveTo>
                    <a:pt x="1" y="1"/>
                  </a:moveTo>
                  <a:lnTo>
                    <a:pt x="1" y="1097"/>
                  </a:lnTo>
                  <a:lnTo>
                    <a:pt x="1097" y="1097"/>
                  </a:lnTo>
                  <a:lnTo>
                    <a:pt x="109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15"/>
            <p:cNvSpPr/>
            <p:nvPr/>
          </p:nvSpPr>
          <p:spPr>
            <a:xfrm>
              <a:off x="2775822" y="2845980"/>
              <a:ext cx="82474" cy="82474"/>
            </a:xfrm>
            <a:custGeom>
              <a:avLst/>
              <a:gdLst/>
              <a:ahLst/>
              <a:cxnLst/>
              <a:rect l="l" t="t" r="r" b="b"/>
              <a:pathLst>
                <a:path w="1098" h="1098" extrusionOk="0">
                  <a:moveTo>
                    <a:pt x="1" y="1"/>
                  </a:moveTo>
                  <a:lnTo>
                    <a:pt x="1" y="1098"/>
                  </a:lnTo>
                  <a:lnTo>
                    <a:pt x="1097" y="1"/>
                  </a:lnTo>
                  <a:close/>
                </a:path>
              </a:pathLst>
            </a:custGeom>
            <a:solidFill>
              <a:srgbClr val="E1F6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15"/>
            <p:cNvSpPr/>
            <p:nvPr/>
          </p:nvSpPr>
          <p:spPr>
            <a:xfrm>
              <a:off x="680767" y="3478274"/>
              <a:ext cx="3912610" cy="58663"/>
            </a:xfrm>
            <a:custGeom>
              <a:avLst/>
              <a:gdLst/>
              <a:ahLst/>
              <a:cxnLst/>
              <a:rect l="l" t="t" r="r" b="b"/>
              <a:pathLst>
                <a:path w="52090" h="781" extrusionOk="0">
                  <a:moveTo>
                    <a:pt x="0" y="1"/>
                  </a:moveTo>
                  <a:cubicBezTo>
                    <a:pt x="121" y="262"/>
                    <a:pt x="246" y="522"/>
                    <a:pt x="374" y="780"/>
                  </a:cubicBezTo>
                  <a:lnTo>
                    <a:pt x="51716" y="780"/>
                  </a:lnTo>
                  <a:cubicBezTo>
                    <a:pt x="51844" y="522"/>
                    <a:pt x="51970" y="262"/>
                    <a:pt x="52090" y="1"/>
                  </a:cubicBezTo>
                  <a:close/>
                </a:path>
              </a:pathLst>
            </a:custGeom>
            <a:solidFill>
              <a:srgbClr val="8997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15"/>
            <p:cNvSpPr/>
            <p:nvPr/>
          </p:nvSpPr>
          <p:spPr>
            <a:xfrm>
              <a:off x="790883" y="3687311"/>
              <a:ext cx="3692380" cy="67151"/>
            </a:xfrm>
            <a:custGeom>
              <a:avLst/>
              <a:gdLst/>
              <a:ahLst/>
              <a:cxnLst/>
              <a:rect l="l" t="t" r="r" b="b"/>
              <a:pathLst>
                <a:path w="49158" h="894" extrusionOk="0">
                  <a:moveTo>
                    <a:pt x="1" y="1"/>
                  </a:moveTo>
                  <a:cubicBezTo>
                    <a:pt x="181" y="302"/>
                    <a:pt x="366" y="600"/>
                    <a:pt x="558" y="894"/>
                  </a:cubicBezTo>
                  <a:lnTo>
                    <a:pt x="48602" y="894"/>
                  </a:lnTo>
                  <a:cubicBezTo>
                    <a:pt x="48792" y="599"/>
                    <a:pt x="48978" y="300"/>
                    <a:pt x="49158" y="1"/>
                  </a:cubicBezTo>
                  <a:close/>
                </a:path>
              </a:pathLst>
            </a:custGeom>
            <a:solidFill>
              <a:srgbClr val="8997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278;p15"/>
            <p:cNvSpPr/>
            <p:nvPr/>
          </p:nvSpPr>
          <p:spPr>
            <a:xfrm>
              <a:off x="1207160" y="4190938"/>
              <a:ext cx="2860059" cy="42964"/>
            </a:xfrm>
            <a:custGeom>
              <a:avLst/>
              <a:gdLst/>
              <a:ahLst/>
              <a:cxnLst/>
              <a:rect l="l" t="t" r="r" b="b"/>
              <a:pathLst>
                <a:path w="38077" h="572" extrusionOk="0">
                  <a:moveTo>
                    <a:pt x="0" y="1"/>
                  </a:moveTo>
                  <a:cubicBezTo>
                    <a:pt x="218" y="194"/>
                    <a:pt x="438" y="384"/>
                    <a:pt x="660" y="572"/>
                  </a:cubicBezTo>
                  <a:lnTo>
                    <a:pt x="37416" y="572"/>
                  </a:lnTo>
                  <a:cubicBezTo>
                    <a:pt x="37638" y="384"/>
                    <a:pt x="37858" y="194"/>
                    <a:pt x="38076" y="1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279;p15"/>
            <p:cNvSpPr/>
            <p:nvPr/>
          </p:nvSpPr>
          <p:spPr>
            <a:xfrm>
              <a:off x="1181922" y="3927069"/>
              <a:ext cx="545167" cy="37406"/>
            </a:xfrm>
            <a:custGeom>
              <a:avLst/>
              <a:gdLst/>
              <a:ahLst/>
              <a:cxnLst/>
              <a:rect l="l" t="t" r="r" b="b"/>
              <a:pathLst>
                <a:path w="7258" h="498" extrusionOk="0">
                  <a:moveTo>
                    <a:pt x="249" y="1"/>
                  </a:moveTo>
                  <a:cubicBezTo>
                    <a:pt x="112" y="1"/>
                    <a:pt x="1" y="111"/>
                    <a:pt x="1" y="249"/>
                  </a:cubicBezTo>
                  <a:cubicBezTo>
                    <a:pt x="1" y="386"/>
                    <a:pt x="112" y="497"/>
                    <a:pt x="249" y="497"/>
                  </a:cubicBezTo>
                  <a:lnTo>
                    <a:pt x="7008" y="497"/>
                  </a:lnTo>
                  <a:cubicBezTo>
                    <a:pt x="7146" y="497"/>
                    <a:pt x="7257" y="386"/>
                    <a:pt x="7257" y="249"/>
                  </a:cubicBezTo>
                  <a:cubicBezTo>
                    <a:pt x="7257" y="111"/>
                    <a:pt x="7146" y="1"/>
                    <a:pt x="700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280;p15"/>
            <p:cNvSpPr/>
            <p:nvPr/>
          </p:nvSpPr>
          <p:spPr>
            <a:xfrm>
              <a:off x="1970309" y="3927069"/>
              <a:ext cx="545016" cy="37406"/>
            </a:xfrm>
            <a:custGeom>
              <a:avLst/>
              <a:gdLst/>
              <a:ahLst/>
              <a:cxnLst/>
              <a:rect l="l" t="t" r="r" b="b"/>
              <a:pathLst>
                <a:path w="7256" h="498" extrusionOk="0">
                  <a:moveTo>
                    <a:pt x="249" y="1"/>
                  </a:moveTo>
                  <a:cubicBezTo>
                    <a:pt x="112" y="1"/>
                    <a:pt x="0" y="111"/>
                    <a:pt x="0" y="249"/>
                  </a:cubicBezTo>
                  <a:cubicBezTo>
                    <a:pt x="0" y="386"/>
                    <a:pt x="112" y="497"/>
                    <a:pt x="249" y="497"/>
                  </a:cubicBezTo>
                  <a:lnTo>
                    <a:pt x="7008" y="497"/>
                  </a:lnTo>
                  <a:cubicBezTo>
                    <a:pt x="7145" y="497"/>
                    <a:pt x="7256" y="386"/>
                    <a:pt x="7256" y="249"/>
                  </a:cubicBezTo>
                  <a:cubicBezTo>
                    <a:pt x="7256" y="111"/>
                    <a:pt x="7146" y="1"/>
                    <a:pt x="700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81;p15"/>
            <p:cNvSpPr/>
            <p:nvPr/>
          </p:nvSpPr>
          <p:spPr>
            <a:xfrm>
              <a:off x="2758772" y="3927069"/>
              <a:ext cx="545016" cy="37406"/>
            </a:xfrm>
            <a:custGeom>
              <a:avLst/>
              <a:gdLst/>
              <a:ahLst/>
              <a:cxnLst/>
              <a:rect l="l" t="t" r="r" b="b"/>
              <a:pathLst>
                <a:path w="7256" h="498" extrusionOk="0">
                  <a:moveTo>
                    <a:pt x="248" y="1"/>
                  </a:moveTo>
                  <a:cubicBezTo>
                    <a:pt x="111" y="1"/>
                    <a:pt x="0" y="111"/>
                    <a:pt x="0" y="249"/>
                  </a:cubicBezTo>
                  <a:cubicBezTo>
                    <a:pt x="0" y="386"/>
                    <a:pt x="112" y="497"/>
                    <a:pt x="248" y="497"/>
                  </a:cubicBezTo>
                  <a:lnTo>
                    <a:pt x="7008" y="497"/>
                  </a:lnTo>
                  <a:cubicBezTo>
                    <a:pt x="7144" y="497"/>
                    <a:pt x="7256" y="386"/>
                    <a:pt x="7256" y="249"/>
                  </a:cubicBezTo>
                  <a:cubicBezTo>
                    <a:pt x="7256" y="111"/>
                    <a:pt x="7144" y="1"/>
                    <a:pt x="700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15"/>
            <p:cNvSpPr/>
            <p:nvPr/>
          </p:nvSpPr>
          <p:spPr>
            <a:xfrm>
              <a:off x="3547084" y="3927069"/>
              <a:ext cx="545091" cy="37406"/>
            </a:xfrm>
            <a:custGeom>
              <a:avLst/>
              <a:gdLst/>
              <a:ahLst/>
              <a:cxnLst/>
              <a:rect l="l" t="t" r="r" b="b"/>
              <a:pathLst>
                <a:path w="7257" h="498" extrusionOk="0">
                  <a:moveTo>
                    <a:pt x="249" y="1"/>
                  </a:moveTo>
                  <a:cubicBezTo>
                    <a:pt x="112" y="1"/>
                    <a:pt x="0" y="111"/>
                    <a:pt x="0" y="249"/>
                  </a:cubicBezTo>
                  <a:cubicBezTo>
                    <a:pt x="0" y="386"/>
                    <a:pt x="112" y="497"/>
                    <a:pt x="249" y="497"/>
                  </a:cubicBezTo>
                  <a:lnTo>
                    <a:pt x="7008" y="497"/>
                  </a:lnTo>
                  <a:cubicBezTo>
                    <a:pt x="7145" y="497"/>
                    <a:pt x="7257" y="386"/>
                    <a:pt x="7257" y="249"/>
                  </a:cubicBezTo>
                  <a:cubicBezTo>
                    <a:pt x="7257" y="111"/>
                    <a:pt x="7146" y="1"/>
                    <a:pt x="700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283;p15"/>
            <p:cNvSpPr/>
            <p:nvPr/>
          </p:nvSpPr>
          <p:spPr>
            <a:xfrm>
              <a:off x="3547234" y="4460441"/>
              <a:ext cx="143840" cy="37331"/>
            </a:xfrm>
            <a:custGeom>
              <a:avLst/>
              <a:gdLst/>
              <a:ahLst/>
              <a:cxnLst/>
              <a:rect l="l" t="t" r="r" b="b"/>
              <a:pathLst>
                <a:path w="1915" h="497" extrusionOk="0">
                  <a:moveTo>
                    <a:pt x="248" y="1"/>
                  </a:moveTo>
                  <a:cubicBezTo>
                    <a:pt x="111" y="1"/>
                    <a:pt x="0" y="111"/>
                    <a:pt x="0" y="249"/>
                  </a:cubicBezTo>
                  <a:cubicBezTo>
                    <a:pt x="0" y="386"/>
                    <a:pt x="111" y="496"/>
                    <a:pt x="248" y="496"/>
                  </a:cubicBezTo>
                  <a:lnTo>
                    <a:pt x="999" y="496"/>
                  </a:lnTo>
                  <a:cubicBezTo>
                    <a:pt x="1307" y="337"/>
                    <a:pt x="1613" y="172"/>
                    <a:pt x="1915" y="2"/>
                  </a:cubicBezTo>
                  <a:lnTo>
                    <a:pt x="248" y="2"/>
                  </a:lnTo>
                  <a:lnTo>
                    <a:pt x="24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284;p15"/>
            <p:cNvSpPr/>
            <p:nvPr/>
          </p:nvSpPr>
          <p:spPr>
            <a:xfrm>
              <a:off x="2758772" y="4460291"/>
              <a:ext cx="545016" cy="37406"/>
            </a:xfrm>
            <a:custGeom>
              <a:avLst/>
              <a:gdLst/>
              <a:ahLst/>
              <a:cxnLst/>
              <a:rect l="l" t="t" r="r" b="b"/>
              <a:pathLst>
                <a:path w="7256" h="498" extrusionOk="0">
                  <a:moveTo>
                    <a:pt x="248" y="1"/>
                  </a:moveTo>
                  <a:cubicBezTo>
                    <a:pt x="112" y="1"/>
                    <a:pt x="0" y="112"/>
                    <a:pt x="0" y="249"/>
                  </a:cubicBezTo>
                  <a:cubicBezTo>
                    <a:pt x="0" y="387"/>
                    <a:pt x="111" y="497"/>
                    <a:pt x="248" y="497"/>
                  </a:cubicBezTo>
                  <a:lnTo>
                    <a:pt x="7008" y="497"/>
                  </a:lnTo>
                  <a:cubicBezTo>
                    <a:pt x="7144" y="497"/>
                    <a:pt x="7256" y="387"/>
                    <a:pt x="7256" y="249"/>
                  </a:cubicBezTo>
                  <a:cubicBezTo>
                    <a:pt x="7256" y="112"/>
                    <a:pt x="7144" y="1"/>
                    <a:pt x="700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85;p15"/>
            <p:cNvSpPr/>
            <p:nvPr/>
          </p:nvSpPr>
          <p:spPr>
            <a:xfrm>
              <a:off x="1583176" y="4460291"/>
              <a:ext cx="143916" cy="37331"/>
            </a:xfrm>
            <a:custGeom>
              <a:avLst/>
              <a:gdLst/>
              <a:ahLst/>
              <a:cxnLst/>
              <a:rect l="l" t="t" r="r" b="b"/>
              <a:pathLst>
                <a:path w="1916" h="497" extrusionOk="0">
                  <a:moveTo>
                    <a:pt x="1" y="1"/>
                  </a:moveTo>
                  <a:cubicBezTo>
                    <a:pt x="301" y="172"/>
                    <a:pt x="607" y="336"/>
                    <a:pt x="915" y="496"/>
                  </a:cubicBezTo>
                  <a:lnTo>
                    <a:pt x="1666" y="496"/>
                  </a:lnTo>
                  <a:cubicBezTo>
                    <a:pt x="1667" y="496"/>
                    <a:pt x="1668" y="496"/>
                    <a:pt x="1668" y="496"/>
                  </a:cubicBezTo>
                  <a:cubicBezTo>
                    <a:pt x="1805" y="496"/>
                    <a:pt x="1915" y="386"/>
                    <a:pt x="1915" y="249"/>
                  </a:cubicBezTo>
                  <a:cubicBezTo>
                    <a:pt x="1915" y="112"/>
                    <a:pt x="1804" y="1"/>
                    <a:pt x="16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286;p15"/>
            <p:cNvSpPr/>
            <p:nvPr/>
          </p:nvSpPr>
          <p:spPr>
            <a:xfrm>
              <a:off x="1970384" y="4460441"/>
              <a:ext cx="545091" cy="37331"/>
            </a:xfrm>
            <a:custGeom>
              <a:avLst/>
              <a:gdLst/>
              <a:ahLst/>
              <a:cxnLst/>
              <a:rect l="l" t="t" r="r" b="b"/>
              <a:pathLst>
                <a:path w="7257" h="497" extrusionOk="0">
                  <a:moveTo>
                    <a:pt x="249" y="1"/>
                  </a:moveTo>
                  <a:cubicBezTo>
                    <a:pt x="112" y="1"/>
                    <a:pt x="0" y="111"/>
                    <a:pt x="0" y="249"/>
                  </a:cubicBezTo>
                  <a:cubicBezTo>
                    <a:pt x="0" y="386"/>
                    <a:pt x="112" y="496"/>
                    <a:pt x="249" y="496"/>
                  </a:cubicBezTo>
                  <a:lnTo>
                    <a:pt x="7008" y="496"/>
                  </a:lnTo>
                  <a:cubicBezTo>
                    <a:pt x="7145" y="496"/>
                    <a:pt x="7257" y="386"/>
                    <a:pt x="7257" y="249"/>
                  </a:cubicBezTo>
                  <a:cubicBezTo>
                    <a:pt x="7255" y="110"/>
                    <a:pt x="7145" y="1"/>
                    <a:pt x="700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287;p15"/>
            <p:cNvSpPr/>
            <p:nvPr/>
          </p:nvSpPr>
          <p:spPr>
            <a:xfrm>
              <a:off x="858935" y="3520187"/>
              <a:ext cx="14947" cy="183875"/>
            </a:xfrm>
            <a:custGeom>
              <a:avLst/>
              <a:gdLst/>
              <a:ahLst/>
              <a:cxnLst/>
              <a:rect l="l" t="t" r="r" b="b"/>
              <a:pathLst>
                <a:path w="199" h="2448" extrusionOk="0">
                  <a:moveTo>
                    <a:pt x="0" y="0"/>
                  </a:moveTo>
                  <a:lnTo>
                    <a:pt x="0" y="2448"/>
                  </a:lnTo>
                  <a:lnTo>
                    <a:pt x="199" y="2448"/>
                  </a:lnTo>
                  <a:lnTo>
                    <a:pt x="199" y="0"/>
                  </a:lnTo>
                  <a:close/>
                </a:path>
              </a:pathLst>
            </a:custGeom>
            <a:solidFill>
              <a:srgbClr val="8997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88;p15"/>
            <p:cNvSpPr/>
            <p:nvPr/>
          </p:nvSpPr>
          <p:spPr>
            <a:xfrm>
              <a:off x="1154055" y="3520187"/>
              <a:ext cx="14947" cy="183875"/>
            </a:xfrm>
            <a:custGeom>
              <a:avLst/>
              <a:gdLst/>
              <a:ahLst/>
              <a:cxnLst/>
              <a:rect l="l" t="t" r="r" b="b"/>
              <a:pathLst>
                <a:path w="199" h="2448" extrusionOk="0">
                  <a:moveTo>
                    <a:pt x="0" y="0"/>
                  </a:moveTo>
                  <a:lnTo>
                    <a:pt x="0" y="2448"/>
                  </a:lnTo>
                  <a:lnTo>
                    <a:pt x="199" y="2448"/>
                  </a:lnTo>
                  <a:lnTo>
                    <a:pt x="199" y="0"/>
                  </a:lnTo>
                  <a:close/>
                </a:path>
              </a:pathLst>
            </a:custGeom>
            <a:solidFill>
              <a:srgbClr val="8997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p15"/>
            <p:cNvSpPr/>
            <p:nvPr/>
          </p:nvSpPr>
          <p:spPr>
            <a:xfrm>
              <a:off x="1449174" y="3520187"/>
              <a:ext cx="14872" cy="183875"/>
            </a:xfrm>
            <a:custGeom>
              <a:avLst/>
              <a:gdLst/>
              <a:ahLst/>
              <a:cxnLst/>
              <a:rect l="l" t="t" r="r" b="b"/>
              <a:pathLst>
                <a:path w="198" h="2448" extrusionOk="0">
                  <a:moveTo>
                    <a:pt x="0" y="0"/>
                  </a:moveTo>
                  <a:lnTo>
                    <a:pt x="0" y="2448"/>
                  </a:lnTo>
                  <a:lnTo>
                    <a:pt x="198" y="2448"/>
                  </a:lnTo>
                  <a:lnTo>
                    <a:pt x="198" y="0"/>
                  </a:lnTo>
                  <a:close/>
                </a:path>
              </a:pathLst>
            </a:custGeom>
            <a:solidFill>
              <a:srgbClr val="8997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15"/>
            <p:cNvSpPr/>
            <p:nvPr/>
          </p:nvSpPr>
          <p:spPr>
            <a:xfrm>
              <a:off x="1744294" y="3520187"/>
              <a:ext cx="14947" cy="183875"/>
            </a:xfrm>
            <a:custGeom>
              <a:avLst/>
              <a:gdLst/>
              <a:ahLst/>
              <a:cxnLst/>
              <a:rect l="l" t="t" r="r" b="b"/>
              <a:pathLst>
                <a:path w="199" h="2448" extrusionOk="0">
                  <a:moveTo>
                    <a:pt x="0" y="0"/>
                  </a:moveTo>
                  <a:lnTo>
                    <a:pt x="0" y="2448"/>
                  </a:lnTo>
                  <a:lnTo>
                    <a:pt x="199" y="2448"/>
                  </a:lnTo>
                  <a:lnTo>
                    <a:pt x="199" y="0"/>
                  </a:lnTo>
                  <a:close/>
                </a:path>
              </a:pathLst>
            </a:custGeom>
            <a:solidFill>
              <a:srgbClr val="8997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15"/>
            <p:cNvSpPr/>
            <p:nvPr/>
          </p:nvSpPr>
          <p:spPr>
            <a:xfrm>
              <a:off x="2039413" y="3520187"/>
              <a:ext cx="14947" cy="183875"/>
            </a:xfrm>
            <a:custGeom>
              <a:avLst/>
              <a:gdLst/>
              <a:ahLst/>
              <a:cxnLst/>
              <a:rect l="l" t="t" r="r" b="b"/>
              <a:pathLst>
                <a:path w="199" h="2448" extrusionOk="0">
                  <a:moveTo>
                    <a:pt x="0" y="0"/>
                  </a:moveTo>
                  <a:lnTo>
                    <a:pt x="0" y="2448"/>
                  </a:lnTo>
                  <a:lnTo>
                    <a:pt x="199" y="2448"/>
                  </a:lnTo>
                  <a:lnTo>
                    <a:pt x="199" y="0"/>
                  </a:lnTo>
                  <a:close/>
                </a:path>
              </a:pathLst>
            </a:custGeom>
            <a:solidFill>
              <a:srgbClr val="8997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15"/>
            <p:cNvSpPr/>
            <p:nvPr/>
          </p:nvSpPr>
          <p:spPr>
            <a:xfrm>
              <a:off x="2334533" y="3520187"/>
              <a:ext cx="14872" cy="183875"/>
            </a:xfrm>
            <a:custGeom>
              <a:avLst/>
              <a:gdLst/>
              <a:ahLst/>
              <a:cxnLst/>
              <a:rect l="l" t="t" r="r" b="b"/>
              <a:pathLst>
                <a:path w="198" h="2448" extrusionOk="0">
                  <a:moveTo>
                    <a:pt x="0" y="0"/>
                  </a:moveTo>
                  <a:lnTo>
                    <a:pt x="0" y="2448"/>
                  </a:lnTo>
                  <a:lnTo>
                    <a:pt x="198" y="2448"/>
                  </a:lnTo>
                  <a:lnTo>
                    <a:pt x="198" y="0"/>
                  </a:lnTo>
                  <a:close/>
                </a:path>
              </a:pathLst>
            </a:custGeom>
            <a:solidFill>
              <a:srgbClr val="8997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293;p15"/>
            <p:cNvSpPr/>
            <p:nvPr/>
          </p:nvSpPr>
          <p:spPr>
            <a:xfrm>
              <a:off x="2629652" y="3520187"/>
              <a:ext cx="14872" cy="183875"/>
            </a:xfrm>
            <a:custGeom>
              <a:avLst/>
              <a:gdLst/>
              <a:ahLst/>
              <a:cxnLst/>
              <a:rect l="l" t="t" r="r" b="b"/>
              <a:pathLst>
                <a:path w="198" h="2448" extrusionOk="0">
                  <a:moveTo>
                    <a:pt x="0" y="0"/>
                  </a:moveTo>
                  <a:lnTo>
                    <a:pt x="0" y="2448"/>
                  </a:lnTo>
                  <a:lnTo>
                    <a:pt x="198" y="2448"/>
                  </a:lnTo>
                  <a:lnTo>
                    <a:pt x="198" y="0"/>
                  </a:lnTo>
                  <a:close/>
                </a:path>
              </a:pathLst>
            </a:custGeom>
            <a:solidFill>
              <a:srgbClr val="8997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294;p15"/>
            <p:cNvSpPr/>
            <p:nvPr/>
          </p:nvSpPr>
          <p:spPr>
            <a:xfrm>
              <a:off x="2924772" y="3520187"/>
              <a:ext cx="14947" cy="183875"/>
            </a:xfrm>
            <a:custGeom>
              <a:avLst/>
              <a:gdLst/>
              <a:ahLst/>
              <a:cxnLst/>
              <a:rect l="l" t="t" r="r" b="b"/>
              <a:pathLst>
                <a:path w="199" h="2448" extrusionOk="0">
                  <a:moveTo>
                    <a:pt x="0" y="0"/>
                  </a:moveTo>
                  <a:lnTo>
                    <a:pt x="0" y="2448"/>
                  </a:lnTo>
                  <a:lnTo>
                    <a:pt x="199" y="2448"/>
                  </a:lnTo>
                  <a:lnTo>
                    <a:pt x="199" y="0"/>
                  </a:lnTo>
                  <a:close/>
                </a:path>
              </a:pathLst>
            </a:custGeom>
            <a:solidFill>
              <a:srgbClr val="8997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295;p15"/>
            <p:cNvSpPr/>
            <p:nvPr/>
          </p:nvSpPr>
          <p:spPr>
            <a:xfrm>
              <a:off x="3219891" y="3520187"/>
              <a:ext cx="14947" cy="183875"/>
            </a:xfrm>
            <a:custGeom>
              <a:avLst/>
              <a:gdLst/>
              <a:ahLst/>
              <a:cxnLst/>
              <a:rect l="l" t="t" r="r" b="b"/>
              <a:pathLst>
                <a:path w="199" h="2448" extrusionOk="0">
                  <a:moveTo>
                    <a:pt x="0" y="0"/>
                  </a:moveTo>
                  <a:lnTo>
                    <a:pt x="0" y="2448"/>
                  </a:lnTo>
                  <a:lnTo>
                    <a:pt x="199" y="2448"/>
                  </a:lnTo>
                  <a:lnTo>
                    <a:pt x="199" y="0"/>
                  </a:lnTo>
                  <a:close/>
                </a:path>
              </a:pathLst>
            </a:custGeom>
            <a:solidFill>
              <a:srgbClr val="8997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296;p15"/>
            <p:cNvSpPr/>
            <p:nvPr/>
          </p:nvSpPr>
          <p:spPr>
            <a:xfrm>
              <a:off x="3515011" y="3520187"/>
              <a:ext cx="15022" cy="183875"/>
            </a:xfrm>
            <a:custGeom>
              <a:avLst/>
              <a:gdLst/>
              <a:ahLst/>
              <a:cxnLst/>
              <a:rect l="l" t="t" r="r" b="b"/>
              <a:pathLst>
                <a:path w="200" h="2448" extrusionOk="0">
                  <a:moveTo>
                    <a:pt x="1" y="0"/>
                  </a:moveTo>
                  <a:lnTo>
                    <a:pt x="1" y="2448"/>
                  </a:lnTo>
                  <a:lnTo>
                    <a:pt x="199" y="2448"/>
                  </a:lnTo>
                  <a:lnTo>
                    <a:pt x="199" y="0"/>
                  </a:lnTo>
                  <a:close/>
                </a:path>
              </a:pathLst>
            </a:custGeom>
            <a:solidFill>
              <a:srgbClr val="8997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15"/>
            <p:cNvSpPr/>
            <p:nvPr/>
          </p:nvSpPr>
          <p:spPr>
            <a:xfrm>
              <a:off x="3810130" y="3520187"/>
              <a:ext cx="14947" cy="183875"/>
            </a:xfrm>
            <a:custGeom>
              <a:avLst/>
              <a:gdLst/>
              <a:ahLst/>
              <a:cxnLst/>
              <a:rect l="l" t="t" r="r" b="b"/>
              <a:pathLst>
                <a:path w="199" h="2448" extrusionOk="0">
                  <a:moveTo>
                    <a:pt x="1" y="0"/>
                  </a:moveTo>
                  <a:lnTo>
                    <a:pt x="1" y="2448"/>
                  </a:lnTo>
                  <a:lnTo>
                    <a:pt x="198" y="2448"/>
                  </a:lnTo>
                  <a:lnTo>
                    <a:pt x="198" y="0"/>
                  </a:lnTo>
                  <a:close/>
                </a:path>
              </a:pathLst>
            </a:custGeom>
            <a:solidFill>
              <a:srgbClr val="8997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298;p15"/>
            <p:cNvSpPr/>
            <p:nvPr/>
          </p:nvSpPr>
          <p:spPr>
            <a:xfrm>
              <a:off x="4105249" y="3520187"/>
              <a:ext cx="14947" cy="183875"/>
            </a:xfrm>
            <a:custGeom>
              <a:avLst/>
              <a:gdLst/>
              <a:ahLst/>
              <a:cxnLst/>
              <a:rect l="l" t="t" r="r" b="b"/>
              <a:pathLst>
                <a:path w="199" h="2448" extrusionOk="0">
                  <a:moveTo>
                    <a:pt x="1" y="0"/>
                  </a:moveTo>
                  <a:lnTo>
                    <a:pt x="1" y="2448"/>
                  </a:lnTo>
                  <a:lnTo>
                    <a:pt x="198" y="2448"/>
                  </a:lnTo>
                  <a:lnTo>
                    <a:pt x="198" y="0"/>
                  </a:lnTo>
                  <a:close/>
                </a:path>
              </a:pathLst>
            </a:custGeom>
            <a:solidFill>
              <a:srgbClr val="8997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299;p15"/>
            <p:cNvSpPr/>
            <p:nvPr/>
          </p:nvSpPr>
          <p:spPr>
            <a:xfrm>
              <a:off x="1395468" y="3189844"/>
              <a:ext cx="663093" cy="43866"/>
            </a:xfrm>
            <a:custGeom>
              <a:avLst/>
              <a:gdLst/>
              <a:ahLst/>
              <a:cxnLst/>
              <a:rect l="l" t="t" r="r" b="b"/>
              <a:pathLst>
                <a:path w="8828" h="584" extrusionOk="0">
                  <a:moveTo>
                    <a:pt x="0" y="1"/>
                  </a:moveTo>
                  <a:lnTo>
                    <a:pt x="0" y="584"/>
                  </a:lnTo>
                  <a:lnTo>
                    <a:pt x="8827" y="584"/>
                  </a:lnTo>
                  <a:lnTo>
                    <a:pt x="882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15"/>
            <p:cNvSpPr/>
            <p:nvPr/>
          </p:nvSpPr>
          <p:spPr>
            <a:xfrm>
              <a:off x="3220717" y="3189844"/>
              <a:ext cx="663093" cy="43866"/>
            </a:xfrm>
            <a:custGeom>
              <a:avLst/>
              <a:gdLst/>
              <a:ahLst/>
              <a:cxnLst/>
              <a:rect l="l" t="t" r="r" b="b"/>
              <a:pathLst>
                <a:path w="8828" h="584" extrusionOk="0">
                  <a:moveTo>
                    <a:pt x="1" y="1"/>
                  </a:moveTo>
                  <a:lnTo>
                    <a:pt x="1" y="584"/>
                  </a:lnTo>
                  <a:lnTo>
                    <a:pt x="8828" y="584"/>
                  </a:lnTo>
                  <a:lnTo>
                    <a:pt x="882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15"/>
            <p:cNvSpPr/>
            <p:nvPr/>
          </p:nvSpPr>
          <p:spPr>
            <a:xfrm>
              <a:off x="2960826" y="1199747"/>
              <a:ext cx="435127" cy="247120"/>
            </a:xfrm>
            <a:custGeom>
              <a:avLst/>
              <a:gdLst/>
              <a:ahLst/>
              <a:cxnLst/>
              <a:rect l="l" t="t" r="r" b="b"/>
              <a:pathLst>
                <a:path w="5793" h="3290" extrusionOk="0">
                  <a:moveTo>
                    <a:pt x="3716" y="0"/>
                  </a:moveTo>
                  <a:cubicBezTo>
                    <a:pt x="3216" y="0"/>
                    <a:pt x="2783" y="281"/>
                    <a:pt x="2561" y="693"/>
                  </a:cubicBezTo>
                  <a:cubicBezTo>
                    <a:pt x="2454" y="651"/>
                    <a:pt x="2338" y="626"/>
                    <a:pt x="2216" y="626"/>
                  </a:cubicBezTo>
                  <a:cubicBezTo>
                    <a:pt x="1783" y="626"/>
                    <a:pt x="1418" y="916"/>
                    <a:pt x="1303" y="1312"/>
                  </a:cubicBezTo>
                  <a:cubicBezTo>
                    <a:pt x="1210" y="1283"/>
                    <a:pt x="1110" y="1268"/>
                    <a:pt x="1008" y="1268"/>
                  </a:cubicBezTo>
                  <a:cubicBezTo>
                    <a:pt x="452" y="1268"/>
                    <a:pt x="0" y="1720"/>
                    <a:pt x="2" y="2278"/>
                  </a:cubicBezTo>
                  <a:cubicBezTo>
                    <a:pt x="2" y="2836"/>
                    <a:pt x="453" y="3290"/>
                    <a:pt x="1009" y="3290"/>
                  </a:cubicBezTo>
                  <a:lnTo>
                    <a:pt x="4786" y="3290"/>
                  </a:lnTo>
                  <a:cubicBezTo>
                    <a:pt x="5341" y="3290"/>
                    <a:pt x="5793" y="2836"/>
                    <a:pt x="5793" y="2278"/>
                  </a:cubicBezTo>
                  <a:cubicBezTo>
                    <a:pt x="5793" y="1802"/>
                    <a:pt x="5465" y="1404"/>
                    <a:pt x="5024" y="1296"/>
                  </a:cubicBezTo>
                  <a:cubicBezTo>
                    <a:pt x="5015" y="579"/>
                    <a:pt x="4433" y="0"/>
                    <a:pt x="371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" name="CaixaDeTexto 3">
            <a:extLst>
              <a:ext uri="{FF2B5EF4-FFF2-40B4-BE49-F238E27FC236}">
                <a16:creationId xmlns:a16="http://schemas.microsoft.com/office/drawing/2014/main" id="{8A7A31FA-4345-A15C-0C61-A7496DC25FD8}"/>
              </a:ext>
            </a:extLst>
          </p:cNvPr>
          <p:cNvSpPr txBox="1"/>
          <p:nvPr/>
        </p:nvSpPr>
        <p:spPr>
          <a:xfrm>
            <a:off x="4522937" y="3406390"/>
            <a:ext cx="4016373" cy="116955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 rtl="0" fontAlgn="base">
              <a:lnSpc>
                <a:spcPct val="150000"/>
              </a:lnSpc>
            </a:pPr>
            <a:r>
              <a:rPr lang="pt-PT" sz="1200" b="0" i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Roboto"/>
                <a:ea typeface="Roboto"/>
                <a:cs typeface="Roboto"/>
              </a:rPr>
              <a:t>Mariana Ribeiro, </a:t>
            </a:r>
            <a:r>
              <a:rPr lang="pt-PT" sz="1200">
                <a:highlight>
                  <a:srgbClr val="FFFFFF"/>
                </a:highlight>
                <a:latin typeface="Roboto"/>
                <a:ea typeface="Roboto"/>
                <a:cs typeface="Roboto"/>
              </a:rPr>
              <a:t>pg54061</a:t>
            </a:r>
            <a:r>
              <a:rPr lang="pt-PT" sz="1200" b="0" i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Roboto"/>
                <a:ea typeface="Roboto"/>
                <a:cs typeface="Roboto"/>
              </a:rPr>
              <a:t>; </a:t>
            </a:r>
          </a:p>
          <a:p>
            <a:pPr algn="ctr" rtl="0" fontAlgn="base">
              <a:lnSpc>
                <a:spcPct val="150000"/>
              </a:lnSpc>
            </a:pPr>
            <a:r>
              <a:rPr lang="pt-PT" sz="12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Mariana Almeida, pg54062; </a:t>
            </a:r>
          </a:p>
          <a:p>
            <a:pPr algn="ctr" rtl="0" fontAlgn="base">
              <a:lnSpc>
                <a:spcPct val="150000"/>
              </a:lnSpc>
            </a:pPr>
            <a:r>
              <a:rPr lang="pt-PT" sz="12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Madalena Passos, pg54023; </a:t>
            </a:r>
          </a:p>
          <a:p>
            <a:pPr algn="ctr" rtl="0" fontAlgn="base">
              <a:lnSpc>
                <a:spcPct val="150000"/>
              </a:lnSpc>
            </a:pPr>
            <a:r>
              <a:rPr lang="pt-PT" sz="12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Mónica Martins, a95918. </a:t>
            </a:r>
          </a:p>
        </p:txBody>
      </p:sp>
      <p:sp>
        <p:nvSpPr>
          <p:cNvPr id="3" name="Marcador de Posição do Número do Diapositivo 2">
            <a:extLst>
              <a:ext uri="{FF2B5EF4-FFF2-40B4-BE49-F238E27FC236}">
                <a16:creationId xmlns:a16="http://schemas.microsoft.com/office/drawing/2014/main" id="{5FBEF5A5-089B-AFB0-B460-8890EB87C2B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/>
              <a:t>1</a:t>
            </a:fld>
            <a:endParaRPr lang="pt-PT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2" name="Google Shape;2272;p35"/>
          <p:cNvSpPr txBox="1"/>
          <p:nvPr/>
        </p:nvSpPr>
        <p:spPr>
          <a:xfrm>
            <a:off x="311700" y="2926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 dirty="0">
                <a:latin typeface="Fira Sans"/>
                <a:ea typeface="Fira Sans"/>
                <a:cs typeface="Fira Sans"/>
                <a:sym typeface="Fira Sans"/>
              </a:rPr>
              <a:t>Conteúdo</a:t>
            </a:r>
            <a:endParaRPr sz="2800" b="1" dirty="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grpSp>
        <p:nvGrpSpPr>
          <p:cNvPr id="2273" name="Google Shape;2273;p35"/>
          <p:cNvGrpSpPr/>
          <p:nvPr/>
        </p:nvGrpSpPr>
        <p:grpSpPr>
          <a:xfrm>
            <a:off x="630902" y="1080002"/>
            <a:ext cx="996440" cy="996298"/>
            <a:chOff x="457352" y="1765802"/>
            <a:chExt cx="996440" cy="996298"/>
          </a:xfrm>
        </p:grpSpPr>
        <p:sp>
          <p:nvSpPr>
            <p:cNvPr id="2274" name="Google Shape;2274;p35"/>
            <p:cNvSpPr/>
            <p:nvPr/>
          </p:nvSpPr>
          <p:spPr>
            <a:xfrm>
              <a:off x="457352" y="1809997"/>
              <a:ext cx="996440" cy="907909"/>
            </a:xfrm>
            <a:custGeom>
              <a:avLst/>
              <a:gdLst/>
              <a:ahLst/>
              <a:cxnLst/>
              <a:rect l="l" t="t" r="r" b="b"/>
              <a:pathLst>
                <a:path w="7012" h="6389" extrusionOk="0">
                  <a:moveTo>
                    <a:pt x="3506" y="1"/>
                  </a:moveTo>
                  <a:cubicBezTo>
                    <a:pt x="2689" y="1"/>
                    <a:pt x="1871" y="313"/>
                    <a:pt x="1248" y="936"/>
                  </a:cubicBezTo>
                  <a:cubicBezTo>
                    <a:pt x="1" y="2184"/>
                    <a:pt x="1" y="4205"/>
                    <a:pt x="1248" y="5453"/>
                  </a:cubicBezTo>
                  <a:cubicBezTo>
                    <a:pt x="1871" y="6076"/>
                    <a:pt x="2689" y="6388"/>
                    <a:pt x="3506" y="6388"/>
                  </a:cubicBezTo>
                  <a:cubicBezTo>
                    <a:pt x="4323" y="6388"/>
                    <a:pt x="5141" y="6076"/>
                    <a:pt x="5764" y="5453"/>
                  </a:cubicBezTo>
                  <a:cubicBezTo>
                    <a:pt x="7012" y="4205"/>
                    <a:pt x="7012" y="2184"/>
                    <a:pt x="5764" y="936"/>
                  </a:cubicBezTo>
                  <a:cubicBezTo>
                    <a:pt x="5141" y="313"/>
                    <a:pt x="4323" y="1"/>
                    <a:pt x="350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PT" sz="3200" dirty="0">
                  <a:solidFill>
                    <a:schemeClr val="bg1"/>
                  </a:solidFill>
                </a:rPr>
                <a:t>1</a:t>
              </a:r>
              <a:endParaRPr sz="3200" dirty="0">
                <a:solidFill>
                  <a:schemeClr val="bg1"/>
                </a:solidFill>
              </a:endParaRPr>
            </a:p>
          </p:txBody>
        </p:sp>
        <p:sp>
          <p:nvSpPr>
            <p:cNvPr id="2275" name="Google Shape;2275;p35"/>
            <p:cNvSpPr/>
            <p:nvPr/>
          </p:nvSpPr>
          <p:spPr>
            <a:xfrm>
              <a:off x="457352" y="1765802"/>
              <a:ext cx="996440" cy="996298"/>
            </a:xfrm>
            <a:custGeom>
              <a:avLst/>
              <a:gdLst/>
              <a:ahLst/>
              <a:cxnLst/>
              <a:rect l="l" t="t" r="r" b="b"/>
              <a:pathLst>
                <a:path w="7012" h="7011" fill="none" extrusionOk="0">
                  <a:moveTo>
                    <a:pt x="5764" y="1247"/>
                  </a:moveTo>
                  <a:cubicBezTo>
                    <a:pt x="7012" y="2495"/>
                    <a:pt x="7012" y="4516"/>
                    <a:pt x="5764" y="5764"/>
                  </a:cubicBezTo>
                  <a:cubicBezTo>
                    <a:pt x="4517" y="7011"/>
                    <a:pt x="2494" y="7011"/>
                    <a:pt x="1248" y="5764"/>
                  </a:cubicBezTo>
                  <a:cubicBezTo>
                    <a:pt x="1" y="4516"/>
                    <a:pt x="1" y="2495"/>
                    <a:pt x="1248" y="1247"/>
                  </a:cubicBezTo>
                  <a:cubicBezTo>
                    <a:pt x="2494" y="0"/>
                    <a:pt x="4517" y="0"/>
                    <a:pt x="5764" y="1247"/>
                  </a:cubicBezTo>
                  <a:close/>
                </a:path>
              </a:pathLst>
            </a:custGeom>
            <a:noFill/>
            <a:ln w="25" cap="flat" cmpd="sng">
              <a:solidFill>
                <a:srgbClr val="FFFFFF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28" name="Google Shape;2328;p35"/>
          <p:cNvSpPr txBox="1"/>
          <p:nvPr/>
        </p:nvSpPr>
        <p:spPr>
          <a:xfrm>
            <a:off x="1755455" y="1336297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 b="1" dirty="0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rPr>
              <a:t>Introdução</a:t>
            </a:r>
            <a:endParaRPr sz="1600" b="1" dirty="0">
              <a:solidFill>
                <a:schemeClr val="lt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329" name="Google Shape;2329;p35"/>
          <p:cNvSpPr txBox="1"/>
          <p:nvPr/>
        </p:nvSpPr>
        <p:spPr>
          <a:xfrm>
            <a:off x="1755455" y="4073797"/>
            <a:ext cx="2368800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 b="1" dirty="0">
                <a:solidFill>
                  <a:schemeClr val="accent2"/>
                </a:solidFill>
                <a:latin typeface="Fira Sans"/>
                <a:ea typeface="Fira Sans"/>
                <a:cs typeface="Fira Sans"/>
                <a:sym typeface="Fira Sans"/>
              </a:rPr>
              <a:t>Tratamento de dados</a:t>
            </a:r>
            <a:endParaRPr sz="1600" b="1" dirty="0">
              <a:solidFill>
                <a:schemeClr val="accent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330" name="Google Shape;2330;p35"/>
          <p:cNvSpPr txBox="1"/>
          <p:nvPr/>
        </p:nvSpPr>
        <p:spPr>
          <a:xfrm>
            <a:off x="1755454" y="2692118"/>
            <a:ext cx="2220559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 b="1" dirty="0">
                <a:solidFill>
                  <a:schemeClr val="accent1"/>
                </a:solidFill>
                <a:latin typeface="Fira Sans"/>
                <a:ea typeface="Fira Sans"/>
                <a:cs typeface="Fira Sans"/>
                <a:sym typeface="Fira Sans"/>
              </a:rPr>
              <a:t>Descrição do dataset</a:t>
            </a:r>
            <a:endParaRPr sz="1600" b="1" dirty="0">
              <a:solidFill>
                <a:schemeClr val="accen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332" name="Google Shape;2332;p35"/>
          <p:cNvSpPr txBox="1"/>
          <p:nvPr/>
        </p:nvSpPr>
        <p:spPr>
          <a:xfrm>
            <a:off x="5111769" y="1336297"/>
            <a:ext cx="2296200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 b="1" dirty="0">
                <a:solidFill>
                  <a:schemeClr val="accent3"/>
                </a:solidFill>
                <a:latin typeface="Fira Sans"/>
                <a:ea typeface="Fira Sans"/>
                <a:cs typeface="Fira Sans"/>
                <a:sym typeface="Fira Sans"/>
              </a:rPr>
              <a:t>Análise e Visualização</a:t>
            </a:r>
            <a:endParaRPr sz="1600" b="1" dirty="0">
              <a:solidFill>
                <a:schemeClr val="accent3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333" name="Google Shape;2333;p35"/>
          <p:cNvSpPr txBox="1"/>
          <p:nvPr/>
        </p:nvSpPr>
        <p:spPr>
          <a:xfrm>
            <a:off x="4708883" y="2670291"/>
            <a:ext cx="2699086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 b="1" dirty="0">
                <a:solidFill>
                  <a:schemeClr val="accent4"/>
                </a:solidFill>
                <a:latin typeface="Fira Sans"/>
                <a:ea typeface="Fira Sans"/>
                <a:cs typeface="Fira Sans"/>
                <a:sym typeface="Fira Sans"/>
              </a:rPr>
              <a:t>Insights e análise crítica</a:t>
            </a:r>
            <a:endParaRPr sz="1600" b="1" dirty="0">
              <a:solidFill>
                <a:schemeClr val="accent4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334" name="Google Shape;2334;p35"/>
          <p:cNvSpPr txBox="1"/>
          <p:nvPr/>
        </p:nvSpPr>
        <p:spPr>
          <a:xfrm>
            <a:off x="6099069" y="4082385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 b="1" dirty="0">
                <a:solidFill>
                  <a:schemeClr val="accent6"/>
                </a:solidFill>
                <a:latin typeface="Fira Sans"/>
                <a:ea typeface="Fira Sans"/>
                <a:cs typeface="Fira Sans"/>
                <a:sym typeface="Fira Sans"/>
              </a:rPr>
              <a:t>Conclusão</a:t>
            </a:r>
            <a:endParaRPr sz="1600" b="1" dirty="0">
              <a:solidFill>
                <a:schemeClr val="accent6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" name="Google Shape;2274;p35">
            <a:extLst>
              <a:ext uri="{FF2B5EF4-FFF2-40B4-BE49-F238E27FC236}">
                <a16:creationId xmlns:a16="http://schemas.microsoft.com/office/drawing/2014/main" id="{52CAF5F6-874B-AB7B-F435-74C9ABA94864}"/>
              </a:ext>
            </a:extLst>
          </p:cNvPr>
          <p:cNvSpPr/>
          <p:nvPr/>
        </p:nvSpPr>
        <p:spPr>
          <a:xfrm>
            <a:off x="7543535" y="1122729"/>
            <a:ext cx="996440" cy="907909"/>
          </a:xfrm>
          <a:custGeom>
            <a:avLst/>
            <a:gdLst/>
            <a:ahLst/>
            <a:cxnLst/>
            <a:rect l="l" t="t" r="r" b="b"/>
            <a:pathLst>
              <a:path w="7012" h="6389" extrusionOk="0">
                <a:moveTo>
                  <a:pt x="3506" y="1"/>
                </a:moveTo>
                <a:cubicBezTo>
                  <a:pt x="2689" y="1"/>
                  <a:pt x="1871" y="313"/>
                  <a:pt x="1248" y="936"/>
                </a:cubicBezTo>
                <a:cubicBezTo>
                  <a:pt x="1" y="2184"/>
                  <a:pt x="1" y="4205"/>
                  <a:pt x="1248" y="5453"/>
                </a:cubicBezTo>
                <a:cubicBezTo>
                  <a:pt x="1871" y="6076"/>
                  <a:pt x="2689" y="6388"/>
                  <a:pt x="3506" y="6388"/>
                </a:cubicBezTo>
                <a:cubicBezTo>
                  <a:pt x="4323" y="6388"/>
                  <a:pt x="5141" y="6076"/>
                  <a:pt x="5764" y="5453"/>
                </a:cubicBezTo>
                <a:cubicBezTo>
                  <a:pt x="7012" y="4205"/>
                  <a:pt x="7012" y="2184"/>
                  <a:pt x="5764" y="936"/>
                </a:cubicBezTo>
                <a:cubicBezTo>
                  <a:pt x="5141" y="313"/>
                  <a:pt x="4323" y="1"/>
                  <a:pt x="3506" y="1"/>
                </a:cubicBezTo>
                <a:close/>
              </a:path>
            </a:pathLst>
          </a:custGeom>
          <a:solidFill>
            <a:srgbClr val="0D7E7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3200" dirty="0">
                <a:solidFill>
                  <a:schemeClr val="bg1"/>
                </a:solidFill>
              </a:rPr>
              <a:t>4</a:t>
            </a:r>
            <a:endParaRPr sz="3200" dirty="0">
              <a:solidFill>
                <a:schemeClr val="bg1"/>
              </a:solidFill>
            </a:endParaRPr>
          </a:p>
        </p:txBody>
      </p:sp>
      <p:sp>
        <p:nvSpPr>
          <p:cNvPr id="3" name="Google Shape;2274;p35">
            <a:extLst>
              <a:ext uri="{FF2B5EF4-FFF2-40B4-BE49-F238E27FC236}">
                <a16:creationId xmlns:a16="http://schemas.microsoft.com/office/drawing/2014/main" id="{D2C2AE1C-5C94-57D8-11AB-8D14D7C5F7C9}"/>
              </a:ext>
            </a:extLst>
          </p:cNvPr>
          <p:cNvSpPr/>
          <p:nvPr/>
        </p:nvSpPr>
        <p:spPr>
          <a:xfrm>
            <a:off x="630902" y="2481805"/>
            <a:ext cx="996440" cy="907909"/>
          </a:xfrm>
          <a:custGeom>
            <a:avLst/>
            <a:gdLst/>
            <a:ahLst/>
            <a:cxnLst/>
            <a:rect l="l" t="t" r="r" b="b"/>
            <a:pathLst>
              <a:path w="7012" h="6389" extrusionOk="0">
                <a:moveTo>
                  <a:pt x="3506" y="1"/>
                </a:moveTo>
                <a:cubicBezTo>
                  <a:pt x="2689" y="1"/>
                  <a:pt x="1871" y="313"/>
                  <a:pt x="1248" y="936"/>
                </a:cubicBezTo>
                <a:cubicBezTo>
                  <a:pt x="1" y="2184"/>
                  <a:pt x="1" y="4205"/>
                  <a:pt x="1248" y="5453"/>
                </a:cubicBezTo>
                <a:cubicBezTo>
                  <a:pt x="1871" y="6076"/>
                  <a:pt x="2689" y="6388"/>
                  <a:pt x="3506" y="6388"/>
                </a:cubicBezTo>
                <a:cubicBezTo>
                  <a:pt x="4323" y="6388"/>
                  <a:pt x="5141" y="6076"/>
                  <a:pt x="5764" y="5453"/>
                </a:cubicBezTo>
                <a:cubicBezTo>
                  <a:pt x="7012" y="4205"/>
                  <a:pt x="7012" y="2184"/>
                  <a:pt x="5764" y="936"/>
                </a:cubicBezTo>
                <a:cubicBezTo>
                  <a:pt x="5141" y="313"/>
                  <a:pt x="4323" y="1"/>
                  <a:pt x="3506" y="1"/>
                </a:cubicBezTo>
                <a:close/>
              </a:path>
            </a:pathLst>
          </a:custGeom>
          <a:solidFill>
            <a:srgbClr val="3C7EC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3200" dirty="0">
                <a:solidFill>
                  <a:schemeClr val="bg1"/>
                </a:solidFill>
              </a:rPr>
              <a:t>2</a:t>
            </a:r>
            <a:endParaRPr sz="3200" dirty="0">
              <a:solidFill>
                <a:schemeClr val="bg1"/>
              </a:solidFill>
            </a:endParaRPr>
          </a:p>
        </p:txBody>
      </p:sp>
      <p:sp>
        <p:nvSpPr>
          <p:cNvPr id="4" name="Google Shape;2274;p35">
            <a:extLst>
              <a:ext uri="{FF2B5EF4-FFF2-40B4-BE49-F238E27FC236}">
                <a16:creationId xmlns:a16="http://schemas.microsoft.com/office/drawing/2014/main" id="{D9CC5514-4C55-8BA5-F21C-10DF6B4A8137}"/>
              </a:ext>
            </a:extLst>
          </p:cNvPr>
          <p:cNvSpPr/>
          <p:nvPr/>
        </p:nvSpPr>
        <p:spPr>
          <a:xfrm>
            <a:off x="630902" y="3790875"/>
            <a:ext cx="996440" cy="907909"/>
          </a:xfrm>
          <a:custGeom>
            <a:avLst/>
            <a:gdLst/>
            <a:ahLst/>
            <a:cxnLst/>
            <a:rect l="l" t="t" r="r" b="b"/>
            <a:pathLst>
              <a:path w="7012" h="6389" extrusionOk="0">
                <a:moveTo>
                  <a:pt x="3506" y="1"/>
                </a:moveTo>
                <a:cubicBezTo>
                  <a:pt x="2689" y="1"/>
                  <a:pt x="1871" y="313"/>
                  <a:pt x="1248" y="936"/>
                </a:cubicBezTo>
                <a:cubicBezTo>
                  <a:pt x="1" y="2184"/>
                  <a:pt x="1" y="4205"/>
                  <a:pt x="1248" y="5453"/>
                </a:cubicBezTo>
                <a:cubicBezTo>
                  <a:pt x="1871" y="6076"/>
                  <a:pt x="2689" y="6388"/>
                  <a:pt x="3506" y="6388"/>
                </a:cubicBezTo>
                <a:cubicBezTo>
                  <a:pt x="4323" y="6388"/>
                  <a:pt x="5141" y="6076"/>
                  <a:pt x="5764" y="5453"/>
                </a:cubicBezTo>
                <a:cubicBezTo>
                  <a:pt x="7012" y="4205"/>
                  <a:pt x="7012" y="2184"/>
                  <a:pt x="5764" y="936"/>
                </a:cubicBezTo>
                <a:cubicBezTo>
                  <a:pt x="5141" y="313"/>
                  <a:pt x="4323" y="1"/>
                  <a:pt x="3506" y="1"/>
                </a:cubicBezTo>
                <a:close/>
              </a:path>
            </a:pathLst>
          </a:custGeom>
          <a:solidFill>
            <a:srgbClr val="7DB9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3200" dirty="0">
                <a:solidFill>
                  <a:schemeClr val="bg1"/>
                </a:solidFill>
              </a:rPr>
              <a:t>3</a:t>
            </a:r>
            <a:endParaRPr sz="3200" dirty="0">
              <a:solidFill>
                <a:schemeClr val="bg1"/>
              </a:solidFill>
            </a:endParaRPr>
          </a:p>
        </p:txBody>
      </p:sp>
      <p:sp>
        <p:nvSpPr>
          <p:cNvPr id="5" name="Google Shape;2274;p35">
            <a:extLst>
              <a:ext uri="{FF2B5EF4-FFF2-40B4-BE49-F238E27FC236}">
                <a16:creationId xmlns:a16="http://schemas.microsoft.com/office/drawing/2014/main" id="{774C54F8-5F95-9F4E-6222-AB1D31EEADE7}"/>
              </a:ext>
            </a:extLst>
          </p:cNvPr>
          <p:cNvSpPr/>
          <p:nvPr/>
        </p:nvSpPr>
        <p:spPr>
          <a:xfrm>
            <a:off x="7543535" y="2481805"/>
            <a:ext cx="996440" cy="907909"/>
          </a:xfrm>
          <a:custGeom>
            <a:avLst/>
            <a:gdLst/>
            <a:ahLst/>
            <a:cxnLst/>
            <a:rect l="l" t="t" r="r" b="b"/>
            <a:pathLst>
              <a:path w="7012" h="6389" extrusionOk="0">
                <a:moveTo>
                  <a:pt x="3506" y="1"/>
                </a:moveTo>
                <a:cubicBezTo>
                  <a:pt x="2689" y="1"/>
                  <a:pt x="1871" y="313"/>
                  <a:pt x="1248" y="936"/>
                </a:cubicBezTo>
                <a:cubicBezTo>
                  <a:pt x="1" y="2184"/>
                  <a:pt x="1" y="4205"/>
                  <a:pt x="1248" y="5453"/>
                </a:cubicBezTo>
                <a:cubicBezTo>
                  <a:pt x="1871" y="6076"/>
                  <a:pt x="2689" y="6388"/>
                  <a:pt x="3506" y="6388"/>
                </a:cubicBezTo>
                <a:cubicBezTo>
                  <a:pt x="4323" y="6388"/>
                  <a:pt x="5141" y="6076"/>
                  <a:pt x="5764" y="5453"/>
                </a:cubicBezTo>
                <a:cubicBezTo>
                  <a:pt x="7012" y="4205"/>
                  <a:pt x="7012" y="2184"/>
                  <a:pt x="5764" y="936"/>
                </a:cubicBezTo>
                <a:cubicBezTo>
                  <a:pt x="5141" y="313"/>
                  <a:pt x="4323" y="1"/>
                  <a:pt x="3506" y="1"/>
                </a:cubicBezTo>
                <a:close/>
              </a:path>
            </a:pathLst>
          </a:custGeom>
          <a:solidFill>
            <a:srgbClr val="1CACA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3200" dirty="0">
                <a:solidFill>
                  <a:schemeClr val="bg1"/>
                </a:solidFill>
              </a:rPr>
              <a:t>5</a:t>
            </a:r>
            <a:endParaRPr sz="3200" dirty="0">
              <a:solidFill>
                <a:schemeClr val="bg1"/>
              </a:solidFill>
            </a:endParaRPr>
          </a:p>
        </p:txBody>
      </p:sp>
      <p:sp>
        <p:nvSpPr>
          <p:cNvPr id="6" name="Google Shape;2274;p35">
            <a:extLst>
              <a:ext uri="{FF2B5EF4-FFF2-40B4-BE49-F238E27FC236}">
                <a16:creationId xmlns:a16="http://schemas.microsoft.com/office/drawing/2014/main" id="{DD9DA3B9-8A95-0FA6-0F75-A4583DA30DD6}"/>
              </a:ext>
            </a:extLst>
          </p:cNvPr>
          <p:cNvSpPr/>
          <p:nvPr/>
        </p:nvSpPr>
        <p:spPr>
          <a:xfrm>
            <a:off x="7543535" y="3790875"/>
            <a:ext cx="996440" cy="907909"/>
          </a:xfrm>
          <a:custGeom>
            <a:avLst/>
            <a:gdLst/>
            <a:ahLst/>
            <a:cxnLst/>
            <a:rect l="l" t="t" r="r" b="b"/>
            <a:pathLst>
              <a:path w="7012" h="6389" extrusionOk="0">
                <a:moveTo>
                  <a:pt x="3506" y="1"/>
                </a:moveTo>
                <a:cubicBezTo>
                  <a:pt x="2689" y="1"/>
                  <a:pt x="1871" y="313"/>
                  <a:pt x="1248" y="936"/>
                </a:cubicBezTo>
                <a:cubicBezTo>
                  <a:pt x="1" y="2184"/>
                  <a:pt x="1" y="4205"/>
                  <a:pt x="1248" y="5453"/>
                </a:cubicBezTo>
                <a:cubicBezTo>
                  <a:pt x="1871" y="6076"/>
                  <a:pt x="2689" y="6388"/>
                  <a:pt x="3506" y="6388"/>
                </a:cubicBezTo>
                <a:cubicBezTo>
                  <a:pt x="4323" y="6388"/>
                  <a:pt x="5141" y="6076"/>
                  <a:pt x="5764" y="5453"/>
                </a:cubicBezTo>
                <a:cubicBezTo>
                  <a:pt x="7012" y="4205"/>
                  <a:pt x="7012" y="2184"/>
                  <a:pt x="5764" y="936"/>
                </a:cubicBezTo>
                <a:cubicBezTo>
                  <a:pt x="5141" y="313"/>
                  <a:pt x="4323" y="1"/>
                  <a:pt x="3506" y="1"/>
                </a:cubicBezTo>
                <a:close/>
              </a:path>
            </a:pathLst>
          </a:custGeom>
          <a:solidFill>
            <a:srgbClr val="6ED3D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3200" dirty="0">
                <a:solidFill>
                  <a:schemeClr val="bg1"/>
                </a:solidFill>
              </a:rPr>
              <a:t>6</a:t>
            </a:r>
            <a:endParaRPr sz="3200" dirty="0">
              <a:solidFill>
                <a:schemeClr val="bg1"/>
              </a:solidFill>
            </a:endParaRPr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8EBDEBB2-37DE-75BB-DD2E-971EFABE484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/>
              <a:t>2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4472583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17"/>
          <p:cNvSpPr txBox="1"/>
          <p:nvPr/>
        </p:nvSpPr>
        <p:spPr>
          <a:xfrm>
            <a:off x="311700" y="2926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 dirty="0">
                <a:latin typeface="Fira Sans"/>
                <a:ea typeface="Fira Sans"/>
                <a:cs typeface="Fira Sans"/>
                <a:sym typeface="Fira Sans"/>
              </a:rPr>
              <a:t>Introdução</a:t>
            </a:r>
            <a:endParaRPr sz="2800" b="1" dirty="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grpSp>
        <p:nvGrpSpPr>
          <p:cNvPr id="391" name="Google Shape;391;p17"/>
          <p:cNvGrpSpPr/>
          <p:nvPr/>
        </p:nvGrpSpPr>
        <p:grpSpPr>
          <a:xfrm>
            <a:off x="6401339" y="1175200"/>
            <a:ext cx="1688508" cy="3256452"/>
            <a:chOff x="6401339" y="990000"/>
            <a:chExt cx="1688508" cy="3256452"/>
          </a:xfrm>
        </p:grpSpPr>
        <p:sp>
          <p:nvSpPr>
            <p:cNvPr id="392" name="Google Shape;392;p17"/>
            <p:cNvSpPr/>
            <p:nvPr/>
          </p:nvSpPr>
          <p:spPr>
            <a:xfrm>
              <a:off x="6544614" y="3454621"/>
              <a:ext cx="1284126" cy="370779"/>
            </a:xfrm>
            <a:custGeom>
              <a:avLst/>
              <a:gdLst/>
              <a:ahLst/>
              <a:cxnLst/>
              <a:rect l="l" t="t" r="r" b="b"/>
              <a:pathLst>
                <a:path w="14636" h="4226" extrusionOk="0">
                  <a:moveTo>
                    <a:pt x="1" y="1"/>
                  </a:moveTo>
                  <a:lnTo>
                    <a:pt x="7318" y="4226"/>
                  </a:lnTo>
                  <a:lnTo>
                    <a:pt x="14635" y="1"/>
                  </a:lnTo>
                  <a:close/>
                </a:path>
              </a:pathLst>
            </a:custGeom>
            <a:solidFill>
              <a:srgbClr val="F8FB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17"/>
            <p:cNvSpPr/>
            <p:nvPr/>
          </p:nvSpPr>
          <p:spPr>
            <a:xfrm>
              <a:off x="6544614" y="3454621"/>
              <a:ext cx="1284126" cy="370779"/>
            </a:xfrm>
            <a:custGeom>
              <a:avLst/>
              <a:gdLst/>
              <a:ahLst/>
              <a:cxnLst/>
              <a:rect l="l" t="t" r="r" b="b"/>
              <a:pathLst>
                <a:path w="14636" h="4226" extrusionOk="0">
                  <a:moveTo>
                    <a:pt x="1" y="1"/>
                  </a:moveTo>
                  <a:lnTo>
                    <a:pt x="7318" y="4226"/>
                  </a:lnTo>
                  <a:lnTo>
                    <a:pt x="14635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17"/>
            <p:cNvSpPr/>
            <p:nvPr/>
          </p:nvSpPr>
          <p:spPr>
            <a:xfrm>
              <a:off x="6710964" y="3061909"/>
              <a:ext cx="951338" cy="1055394"/>
            </a:xfrm>
            <a:custGeom>
              <a:avLst/>
              <a:gdLst/>
              <a:ahLst/>
              <a:cxnLst/>
              <a:rect l="l" t="t" r="r" b="b"/>
              <a:pathLst>
                <a:path w="10843" h="12029" extrusionOk="0">
                  <a:moveTo>
                    <a:pt x="1" y="0"/>
                  </a:moveTo>
                  <a:lnTo>
                    <a:pt x="1" y="3282"/>
                  </a:lnTo>
                  <a:cubicBezTo>
                    <a:pt x="1" y="5249"/>
                    <a:pt x="1050" y="6974"/>
                    <a:pt x="2620" y="7923"/>
                  </a:cubicBezTo>
                  <a:cubicBezTo>
                    <a:pt x="3705" y="8579"/>
                    <a:pt x="4344" y="9775"/>
                    <a:pt x="4344" y="11041"/>
                  </a:cubicBezTo>
                  <a:lnTo>
                    <a:pt x="4344" y="12028"/>
                  </a:lnTo>
                  <a:lnTo>
                    <a:pt x="6499" y="12028"/>
                  </a:lnTo>
                  <a:lnTo>
                    <a:pt x="6499" y="11041"/>
                  </a:lnTo>
                  <a:cubicBezTo>
                    <a:pt x="6499" y="9774"/>
                    <a:pt x="7138" y="8578"/>
                    <a:pt x="8223" y="7923"/>
                  </a:cubicBezTo>
                  <a:cubicBezTo>
                    <a:pt x="9794" y="6974"/>
                    <a:pt x="10842" y="5249"/>
                    <a:pt x="10842" y="3282"/>
                  </a:cubicBezTo>
                  <a:lnTo>
                    <a:pt x="108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17"/>
            <p:cNvSpPr/>
            <p:nvPr/>
          </p:nvSpPr>
          <p:spPr>
            <a:xfrm>
              <a:off x="6455649" y="2581547"/>
              <a:ext cx="429475" cy="471501"/>
            </a:xfrm>
            <a:custGeom>
              <a:avLst/>
              <a:gdLst/>
              <a:ahLst/>
              <a:cxnLst/>
              <a:rect l="l" t="t" r="r" b="b"/>
              <a:pathLst>
                <a:path w="4895" h="5374" extrusionOk="0">
                  <a:moveTo>
                    <a:pt x="4895" y="0"/>
                  </a:moveTo>
                  <a:lnTo>
                    <a:pt x="1" y="1426"/>
                  </a:lnTo>
                  <a:lnTo>
                    <a:pt x="3949" y="5373"/>
                  </a:lnTo>
                  <a:lnTo>
                    <a:pt x="4895" y="0"/>
                  </a:lnTo>
                  <a:close/>
                </a:path>
              </a:pathLst>
            </a:custGeom>
            <a:solidFill>
              <a:srgbClr val="AA41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17"/>
            <p:cNvSpPr/>
            <p:nvPr/>
          </p:nvSpPr>
          <p:spPr>
            <a:xfrm>
              <a:off x="6455649" y="2581547"/>
              <a:ext cx="429475" cy="471501"/>
            </a:xfrm>
            <a:custGeom>
              <a:avLst/>
              <a:gdLst/>
              <a:ahLst/>
              <a:cxnLst/>
              <a:rect l="l" t="t" r="r" b="b"/>
              <a:pathLst>
                <a:path w="4895" h="5374" extrusionOk="0">
                  <a:moveTo>
                    <a:pt x="4895" y="0"/>
                  </a:moveTo>
                  <a:lnTo>
                    <a:pt x="1" y="1426"/>
                  </a:lnTo>
                  <a:lnTo>
                    <a:pt x="3949" y="5373"/>
                  </a:lnTo>
                  <a:lnTo>
                    <a:pt x="489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17"/>
            <p:cNvSpPr/>
            <p:nvPr/>
          </p:nvSpPr>
          <p:spPr>
            <a:xfrm>
              <a:off x="6544620" y="990000"/>
              <a:ext cx="1284126" cy="2573017"/>
            </a:xfrm>
            <a:custGeom>
              <a:avLst/>
              <a:gdLst/>
              <a:ahLst/>
              <a:cxnLst/>
              <a:rect l="l" t="t" r="r" b="b"/>
              <a:pathLst>
                <a:path w="14636" h="28092" extrusionOk="0">
                  <a:moveTo>
                    <a:pt x="7318" y="0"/>
                  </a:moveTo>
                  <a:cubicBezTo>
                    <a:pt x="3277" y="0"/>
                    <a:pt x="1" y="3276"/>
                    <a:pt x="1" y="7317"/>
                  </a:cubicBezTo>
                  <a:lnTo>
                    <a:pt x="1" y="28092"/>
                  </a:lnTo>
                  <a:lnTo>
                    <a:pt x="14635" y="28092"/>
                  </a:lnTo>
                  <a:lnTo>
                    <a:pt x="14635" y="7317"/>
                  </a:lnTo>
                  <a:cubicBezTo>
                    <a:pt x="14635" y="3276"/>
                    <a:pt x="11360" y="0"/>
                    <a:pt x="731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98" name="Google Shape;398;p17"/>
            <p:cNvSpPr/>
            <p:nvPr/>
          </p:nvSpPr>
          <p:spPr>
            <a:xfrm>
              <a:off x="6544614" y="2282538"/>
              <a:ext cx="1284126" cy="545113"/>
            </a:xfrm>
            <a:custGeom>
              <a:avLst/>
              <a:gdLst/>
              <a:ahLst/>
              <a:cxnLst/>
              <a:rect l="l" t="t" r="r" b="b"/>
              <a:pathLst>
                <a:path w="14636" h="6213" extrusionOk="0">
                  <a:moveTo>
                    <a:pt x="14635" y="0"/>
                  </a:moveTo>
                  <a:lnTo>
                    <a:pt x="1" y="762"/>
                  </a:lnTo>
                  <a:lnTo>
                    <a:pt x="1" y="4923"/>
                  </a:lnTo>
                  <a:lnTo>
                    <a:pt x="14635" y="6213"/>
                  </a:lnTo>
                  <a:lnTo>
                    <a:pt x="14635" y="0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17"/>
            <p:cNvSpPr/>
            <p:nvPr/>
          </p:nvSpPr>
          <p:spPr>
            <a:xfrm>
              <a:off x="6643757" y="1098960"/>
              <a:ext cx="1085839" cy="1085839"/>
            </a:xfrm>
            <a:custGeom>
              <a:avLst/>
              <a:gdLst/>
              <a:ahLst/>
              <a:cxnLst/>
              <a:rect l="l" t="t" r="r" b="b"/>
              <a:pathLst>
                <a:path w="12376" h="12376" extrusionOk="0">
                  <a:moveTo>
                    <a:pt x="6188" y="0"/>
                  </a:moveTo>
                  <a:cubicBezTo>
                    <a:pt x="4547" y="0"/>
                    <a:pt x="2973" y="652"/>
                    <a:pt x="1812" y="1813"/>
                  </a:cubicBezTo>
                  <a:cubicBezTo>
                    <a:pt x="652" y="2973"/>
                    <a:pt x="0" y="4548"/>
                    <a:pt x="0" y="6188"/>
                  </a:cubicBezTo>
                  <a:cubicBezTo>
                    <a:pt x="0" y="7829"/>
                    <a:pt x="652" y="9404"/>
                    <a:pt x="1812" y="10564"/>
                  </a:cubicBezTo>
                  <a:cubicBezTo>
                    <a:pt x="2973" y="11724"/>
                    <a:pt x="4547" y="12376"/>
                    <a:pt x="6188" y="12376"/>
                  </a:cubicBezTo>
                  <a:cubicBezTo>
                    <a:pt x="7829" y="12376"/>
                    <a:pt x="9403" y="11724"/>
                    <a:pt x="10564" y="10564"/>
                  </a:cubicBezTo>
                  <a:cubicBezTo>
                    <a:pt x="11724" y="9404"/>
                    <a:pt x="12376" y="7829"/>
                    <a:pt x="12376" y="6188"/>
                  </a:cubicBezTo>
                  <a:cubicBezTo>
                    <a:pt x="12376" y="4548"/>
                    <a:pt x="11724" y="2973"/>
                    <a:pt x="10564" y="1813"/>
                  </a:cubicBezTo>
                  <a:cubicBezTo>
                    <a:pt x="9403" y="652"/>
                    <a:pt x="7829" y="0"/>
                    <a:pt x="618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p17"/>
            <p:cNvSpPr/>
            <p:nvPr/>
          </p:nvSpPr>
          <p:spPr>
            <a:xfrm>
              <a:off x="6401339" y="2184710"/>
              <a:ext cx="1688508" cy="553975"/>
            </a:xfrm>
            <a:custGeom>
              <a:avLst/>
              <a:gdLst/>
              <a:ahLst/>
              <a:cxnLst/>
              <a:rect l="l" t="t" r="r" b="b"/>
              <a:pathLst>
                <a:path w="19245" h="6314" extrusionOk="0">
                  <a:moveTo>
                    <a:pt x="16811" y="1"/>
                  </a:moveTo>
                  <a:lnTo>
                    <a:pt x="1" y="1981"/>
                  </a:lnTo>
                  <a:lnTo>
                    <a:pt x="620" y="5949"/>
                  </a:lnTo>
                  <a:lnTo>
                    <a:pt x="16702" y="6314"/>
                  </a:lnTo>
                  <a:lnTo>
                    <a:pt x="19245" y="3541"/>
                  </a:lnTo>
                  <a:lnTo>
                    <a:pt x="1681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17"/>
            <p:cNvSpPr/>
            <p:nvPr/>
          </p:nvSpPr>
          <p:spPr>
            <a:xfrm>
              <a:off x="7057526" y="3988065"/>
              <a:ext cx="258299" cy="258387"/>
            </a:xfrm>
            <a:custGeom>
              <a:avLst/>
              <a:gdLst/>
              <a:ahLst/>
              <a:cxnLst/>
              <a:rect l="l" t="t" r="r" b="b"/>
              <a:pathLst>
                <a:path w="2944" h="2945" extrusionOk="0">
                  <a:moveTo>
                    <a:pt x="1472" y="1"/>
                  </a:moveTo>
                  <a:cubicBezTo>
                    <a:pt x="659" y="1"/>
                    <a:pt x="0" y="660"/>
                    <a:pt x="0" y="1472"/>
                  </a:cubicBezTo>
                  <a:cubicBezTo>
                    <a:pt x="0" y="2286"/>
                    <a:pt x="659" y="2944"/>
                    <a:pt x="1472" y="2944"/>
                  </a:cubicBezTo>
                  <a:cubicBezTo>
                    <a:pt x="2285" y="2944"/>
                    <a:pt x="2944" y="2286"/>
                    <a:pt x="2944" y="1472"/>
                  </a:cubicBezTo>
                  <a:cubicBezTo>
                    <a:pt x="2944" y="660"/>
                    <a:pt x="2285" y="1"/>
                    <a:pt x="1472" y="1"/>
                  </a:cubicBezTo>
                  <a:close/>
                </a:path>
              </a:pathLst>
            </a:custGeom>
            <a:solidFill>
              <a:srgbClr val="F8FB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17"/>
            <p:cNvSpPr/>
            <p:nvPr/>
          </p:nvSpPr>
          <p:spPr>
            <a:xfrm>
              <a:off x="7124031" y="4054569"/>
              <a:ext cx="125289" cy="125377"/>
            </a:xfrm>
            <a:custGeom>
              <a:avLst/>
              <a:gdLst/>
              <a:ahLst/>
              <a:cxnLst/>
              <a:rect l="l" t="t" r="r" b="b"/>
              <a:pathLst>
                <a:path w="1428" h="1429" extrusionOk="0">
                  <a:moveTo>
                    <a:pt x="714" y="1"/>
                  </a:moveTo>
                  <a:cubicBezTo>
                    <a:pt x="321" y="1"/>
                    <a:pt x="0" y="320"/>
                    <a:pt x="0" y="714"/>
                  </a:cubicBezTo>
                  <a:cubicBezTo>
                    <a:pt x="0" y="1108"/>
                    <a:pt x="321" y="1428"/>
                    <a:pt x="714" y="1428"/>
                  </a:cubicBezTo>
                  <a:cubicBezTo>
                    <a:pt x="1108" y="1428"/>
                    <a:pt x="1428" y="1108"/>
                    <a:pt x="1428" y="714"/>
                  </a:cubicBezTo>
                  <a:cubicBezTo>
                    <a:pt x="1428" y="320"/>
                    <a:pt x="1108" y="1"/>
                    <a:pt x="71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05" name="Google Shape;405;p17"/>
          <p:cNvGrpSpPr/>
          <p:nvPr/>
        </p:nvGrpSpPr>
        <p:grpSpPr>
          <a:xfrm>
            <a:off x="4654754" y="1175200"/>
            <a:ext cx="1688420" cy="3256452"/>
            <a:chOff x="4654754" y="990000"/>
            <a:chExt cx="1688420" cy="3256452"/>
          </a:xfrm>
        </p:grpSpPr>
        <p:sp>
          <p:nvSpPr>
            <p:cNvPr id="406" name="Google Shape;406;p17"/>
            <p:cNvSpPr/>
            <p:nvPr/>
          </p:nvSpPr>
          <p:spPr>
            <a:xfrm>
              <a:off x="4798029" y="3454621"/>
              <a:ext cx="1284126" cy="370779"/>
            </a:xfrm>
            <a:custGeom>
              <a:avLst/>
              <a:gdLst/>
              <a:ahLst/>
              <a:cxnLst/>
              <a:rect l="l" t="t" r="r" b="b"/>
              <a:pathLst>
                <a:path w="14636" h="4226" extrusionOk="0">
                  <a:moveTo>
                    <a:pt x="0" y="1"/>
                  </a:moveTo>
                  <a:lnTo>
                    <a:pt x="7317" y="4226"/>
                  </a:lnTo>
                  <a:lnTo>
                    <a:pt x="14635" y="1"/>
                  </a:lnTo>
                  <a:close/>
                </a:path>
              </a:pathLst>
            </a:custGeom>
            <a:solidFill>
              <a:srgbClr val="F8FB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17"/>
            <p:cNvSpPr/>
            <p:nvPr/>
          </p:nvSpPr>
          <p:spPr>
            <a:xfrm>
              <a:off x="4798029" y="3454621"/>
              <a:ext cx="1284126" cy="370779"/>
            </a:xfrm>
            <a:custGeom>
              <a:avLst/>
              <a:gdLst/>
              <a:ahLst/>
              <a:cxnLst/>
              <a:rect l="l" t="t" r="r" b="b"/>
              <a:pathLst>
                <a:path w="14636" h="4226" extrusionOk="0">
                  <a:moveTo>
                    <a:pt x="0" y="1"/>
                  </a:moveTo>
                  <a:lnTo>
                    <a:pt x="7317" y="4226"/>
                  </a:lnTo>
                  <a:lnTo>
                    <a:pt x="14635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17"/>
            <p:cNvSpPr/>
            <p:nvPr/>
          </p:nvSpPr>
          <p:spPr>
            <a:xfrm>
              <a:off x="4964379" y="3061909"/>
              <a:ext cx="951338" cy="1055394"/>
            </a:xfrm>
            <a:custGeom>
              <a:avLst/>
              <a:gdLst/>
              <a:ahLst/>
              <a:cxnLst/>
              <a:rect l="l" t="t" r="r" b="b"/>
              <a:pathLst>
                <a:path w="10843" h="12029" extrusionOk="0">
                  <a:moveTo>
                    <a:pt x="0" y="0"/>
                  </a:moveTo>
                  <a:lnTo>
                    <a:pt x="0" y="3282"/>
                  </a:lnTo>
                  <a:cubicBezTo>
                    <a:pt x="0" y="5249"/>
                    <a:pt x="1050" y="6974"/>
                    <a:pt x="2619" y="7923"/>
                  </a:cubicBezTo>
                  <a:cubicBezTo>
                    <a:pt x="3704" y="8579"/>
                    <a:pt x="4344" y="9775"/>
                    <a:pt x="4344" y="11041"/>
                  </a:cubicBezTo>
                  <a:lnTo>
                    <a:pt x="4344" y="12028"/>
                  </a:lnTo>
                  <a:lnTo>
                    <a:pt x="6499" y="12028"/>
                  </a:lnTo>
                  <a:lnTo>
                    <a:pt x="6499" y="11041"/>
                  </a:lnTo>
                  <a:cubicBezTo>
                    <a:pt x="6499" y="9774"/>
                    <a:pt x="7138" y="8578"/>
                    <a:pt x="8223" y="7923"/>
                  </a:cubicBezTo>
                  <a:cubicBezTo>
                    <a:pt x="9793" y="6974"/>
                    <a:pt x="10842" y="5249"/>
                    <a:pt x="10842" y="3282"/>
                  </a:cubicBezTo>
                  <a:lnTo>
                    <a:pt x="1084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17"/>
            <p:cNvSpPr/>
            <p:nvPr/>
          </p:nvSpPr>
          <p:spPr>
            <a:xfrm>
              <a:off x="4709063" y="2581547"/>
              <a:ext cx="429387" cy="471501"/>
            </a:xfrm>
            <a:custGeom>
              <a:avLst/>
              <a:gdLst/>
              <a:ahLst/>
              <a:cxnLst/>
              <a:rect l="l" t="t" r="r" b="b"/>
              <a:pathLst>
                <a:path w="4894" h="5374" extrusionOk="0">
                  <a:moveTo>
                    <a:pt x="4893" y="0"/>
                  </a:moveTo>
                  <a:lnTo>
                    <a:pt x="0" y="1426"/>
                  </a:lnTo>
                  <a:lnTo>
                    <a:pt x="3949" y="5373"/>
                  </a:lnTo>
                  <a:lnTo>
                    <a:pt x="4893" y="0"/>
                  </a:lnTo>
                  <a:close/>
                </a:path>
              </a:pathLst>
            </a:custGeom>
            <a:solidFill>
              <a:srgbClr val="FF90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17"/>
            <p:cNvSpPr/>
            <p:nvPr/>
          </p:nvSpPr>
          <p:spPr>
            <a:xfrm>
              <a:off x="4709063" y="2581547"/>
              <a:ext cx="429387" cy="471501"/>
            </a:xfrm>
            <a:custGeom>
              <a:avLst/>
              <a:gdLst/>
              <a:ahLst/>
              <a:cxnLst/>
              <a:rect l="l" t="t" r="r" b="b"/>
              <a:pathLst>
                <a:path w="4894" h="5374" extrusionOk="0">
                  <a:moveTo>
                    <a:pt x="4893" y="0"/>
                  </a:moveTo>
                  <a:lnTo>
                    <a:pt x="0" y="1426"/>
                  </a:lnTo>
                  <a:lnTo>
                    <a:pt x="3949" y="5373"/>
                  </a:lnTo>
                  <a:lnTo>
                    <a:pt x="489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17"/>
            <p:cNvSpPr/>
            <p:nvPr/>
          </p:nvSpPr>
          <p:spPr>
            <a:xfrm>
              <a:off x="4798030" y="990000"/>
              <a:ext cx="1284126" cy="2573017"/>
            </a:xfrm>
            <a:custGeom>
              <a:avLst/>
              <a:gdLst/>
              <a:ahLst/>
              <a:cxnLst/>
              <a:rect l="l" t="t" r="r" b="b"/>
              <a:pathLst>
                <a:path w="14636" h="28092" extrusionOk="0">
                  <a:moveTo>
                    <a:pt x="7317" y="0"/>
                  </a:moveTo>
                  <a:cubicBezTo>
                    <a:pt x="3276" y="0"/>
                    <a:pt x="0" y="3276"/>
                    <a:pt x="0" y="7317"/>
                  </a:cubicBezTo>
                  <a:lnTo>
                    <a:pt x="0" y="28092"/>
                  </a:lnTo>
                  <a:lnTo>
                    <a:pt x="14635" y="28092"/>
                  </a:lnTo>
                  <a:lnTo>
                    <a:pt x="14635" y="7317"/>
                  </a:lnTo>
                  <a:cubicBezTo>
                    <a:pt x="14635" y="3276"/>
                    <a:pt x="11359" y="0"/>
                    <a:pt x="731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17"/>
            <p:cNvSpPr/>
            <p:nvPr/>
          </p:nvSpPr>
          <p:spPr>
            <a:xfrm>
              <a:off x="4798029" y="2282538"/>
              <a:ext cx="1284126" cy="545113"/>
            </a:xfrm>
            <a:custGeom>
              <a:avLst/>
              <a:gdLst/>
              <a:ahLst/>
              <a:cxnLst/>
              <a:rect l="l" t="t" r="r" b="b"/>
              <a:pathLst>
                <a:path w="14636" h="6213" extrusionOk="0">
                  <a:moveTo>
                    <a:pt x="14635" y="0"/>
                  </a:moveTo>
                  <a:lnTo>
                    <a:pt x="0" y="762"/>
                  </a:lnTo>
                  <a:lnTo>
                    <a:pt x="0" y="4923"/>
                  </a:lnTo>
                  <a:lnTo>
                    <a:pt x="14635" y="6213"/>
                  </a:lnTo>
                  <a:lnTo>
                    <a:pt x="14635" y="0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17"/>
            <p:cNvSpPr/>
            <p:nvPr/>
          </p:nvSpPr>
          <p:spPr>
            <a:xfrm>
              <a:off x="4897172" y="1098960"/>
              <a:ext cx="1085839" cy="1085839"/>
            </a:xfrm>
            <a:custGeom>
              <a:avLst/>
              <a:gdLst/>
              <a:ahLst/>
              <a:cxnLst/>
              <a:rect l="l" t="t" r="r" b="b"/>
              <a:pathLst>
                <a:path w="12376" h="12376" extrusionOk="0">
                  <a:moveTo>
                    <a:pt x="6187" y="0"/>
                  </a:moveTo>
                  <a:cubicBezTo>
                    <a:pt x="4546" y="0"/>
                    <a:pt x="2972" y="652"/>
                    <a:pt x="1812" y="1813"/>
                  </a:cubicBezTo>
                  <a:cubicBezTo>
                    <a:pt x="652" y="2973"/>
                    <a:pt x="0" y="4548"/>
                    <a:pt x="0" y="6188"/>
                  </a:cubicBezTo>
                  <a:cubicBezTo>
                    <a:pt x="0" y="7829"/>
                    <a:pt x="652" y="9404"/>
                    <a:pt x="1812" y="10564"/>
                  </a:cubicBezTo>
                  <a:cubicBezTo>
                    <a:pt x="2972" y="11724"/>
                    <a:pt x="4546" y="12376"/>
                    <a:pt x="6187" y="12376"/>
                  </a:cubicBezTo>
                  <a:cubicBezTo>
                    <a:pt x="7828" y="12376"/>
                    <a:pt x="9402" y="11724"/>
                    <a:pt x="10562" y="10564"/>
                  </a:cubicBezTo>
                  <a:cubicBezTo>
                    <a:pt x="11724" y="9404"/>
                    <a:pt x="12376" y="7829"/>
                    <a:pt x="12376" y="6188"/>
                  </a:cubicBezTo>
                  <a:cubicBezTo>
                    <a:pt x="12376" y="4548"/>
                    <a:pt x="11724" y="2973"/>
                    <a:pt x="10562" y="1813"/>
                  </a:cubicBezTo>
                  <a:cubicBezTo>
                    <a:pt x="9402" y="652"/>
                    <a:pt x="7828" y="0"/>
                    <a:pt x="618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17"/>
            <p:cNvSpPr/>
            <p:nvPr/>
          </p:nvSpPr>
          <p:spPr>
            <a:xfrm>
              <a:off x="4654754" y="2184710"/>
              <a:ext cx="1688420" cy="553975"/>
            </a:xfrm>
            <a:custGeom>
              <a:avLst/>
              <a:gdLst/>
              <a:ahLst/>
              <a:cxnLst/>
              <a:rect l="l" t="t" r="r" b="b"/>
              <a:pathLst>
                <a:path w="19244" h="6314" extrusionOk="0">
                  <a:moveTo>
                    <a:pt x="16808" y="1"/>
                  </a:moveTo>
                  <a:lnTo>
                    <a:pt x="0" y="1981"/>
                  </a:lnTo>
                  <a:lnTo>
                    <a:pt x="619" y="5949"/>
                  </a:lnTo>
                  <a:lnTo>
                    <a:pt x="16701" y="6314"/>
                  </a:lnTo>
                  <a:lnTo>
                    <a:pt x="19244" y="3541"/>
                  </a:lnTo>
                  <a:lnTo>
                    <a:pt x="1680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17"/>
            <p:cNvSpPr/>
            <p:nvPr/>
          </p:nvSpPr>
          <p:spPr>
            <a:xfrm>
              <a:off x="5310853" y="3988065"/>
              <a:ext cx="258387" cy="258387"/>
            </a:xfrm>
            <a:custGeom>
              <a:avLst/>
              <a:gdLst/>
              <a:ahLst/>
              <a:cxnLst/>
              <a:rect l="l" t="t" r="r" b="b"/>
              <a:pathLst>
                <a:path w="2945" h="2945" extrusionOk="0">
                  <a:moveTo>
                    <a:pt x="1472" y="1"/>
                  </a:moveTo>
                  <a:cubicBezTo>
                    <a:pt x="660" y="1"/>
                    <a:pt x="1" y="660"/>
                    <a:pt x="1" y="1472"/>
                  </a:cubicBezTo>
                  <a:cubicBezTo>
                    <a:pt x="1" y="2286"/>
                    <a:pt x="660" y="2944"/>
                    <a:pt x="1472" y="2944"/>
                  </a:cubicBezTo>
                  <a:cubicBezTo>
                    <a:pt x="2286" y="2944"/>
                    <a:pt x="2945" y="2286"/>
                    <a:pt x="2945" y="1472"/>
                  </a:cubicBezTo>
                  <a:cubicBezTo>
                    <a:pt x="2945" y="660"/>
                    <a:pt x="2286" y="1"/>
                    <a:pt x="1472" y="1"/>
                  </a:cubicBezTo>
                  <a:close/>
                </a:path>
              </a:pathLst>
            </a:custGeom>
            <a:solidFill>
              <a:srgbClr val="F8FB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17"/>
            <p:cNvSpPr/>
            <p:nvPr/>
          </p:nvSpPr>
          <p:spPr>
            <a:xfrm>
              <a:off x="5377446" y="4054569"/>
              <a:ext cx="125289" cy="125377"/>
            </a:xfrm>
            <a:custGeom>
              <a:avLst/>
              <a:gdLst/>
              <a:ahLst/>
              <a:cxnLst/>
              <a:rect l="l" t="t" r="r" b="b"/>
              <a:pathLst>
                <a:path w="1428" h="1429" extrusionOk="0">
                  <a:moveTo>
                    <a:pt x="713" y="1"/>
                  </a:moveTo>
                  <a:cubicBezTo>
                    <a:pt x="319" y="1"/>
                    <a:pt x="0" y="320"/>
                    <a:pt x="0" y="714"/>
                  </a:cubicBezTo>
                  <a:cubicBezTo>
                    <a:pt x="0" y="1108"/>
                    <a:pt x="319" y="1428"/>
                    <a:pt x="713" y="1428"/>
                  </a:cubicBezTo>
                  <a:cubicBezTo>
                    <a:pt x="1107" y="1428"/>
                    <a:pt x="1427" y="1108"/>
                    <a:pt x="1427" y="714"/>
                  </a:cubicBezTo>
                  <a:cubicBezTo>
                    <a:pt x="1427" y="320"/>
                    <a:pt x="1107" y="1"/>
                    <a:pt x="71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18" name="Google Shape;418;p17"/>
          <p:cNvGrpSpPr/>
          <p:nvPr/>
        </p:nvGrpSpPr>
        <p:grpSpPr>
          <a:xfrm>
            <a:off x="2908081" y="1175200"/>
            <a:ext cx="1688508" cy="3256452"/>
            <a:chOff x="2908081" y="990000"/>
            <a:chExt cx="1688508" cy="3256452"/>
          </a:xfrm>
        </p:grpSpPr>
        <p:sp>
          <p:nvSpPr>
            <p:cNvPr id="419" name="Google Shape;419;p17"/>
            <p:cNvSpPr/>
            <p:nvPr/>
          </p:nvSpPr>
          <p:spPr>
            <a:xfrm>
              <a:off x="3051444" y="3454621"/>
              <a:ext cx="1283951" cy="370779"/>
            </a:xfrm>
            <a:custGeom>
              <a:avLst/>
              <a:gdLst/>
              <a:ahLst/>
              <a:cxnLst/>
              <a:rect l="l" t="t" r="r" b="b"/>
              <a:pathLst>
                <a:path w="14634" h="4226" extrusionOk="0">
                  <a:moveTo>
                    <a:pt x="0" y="1"/>
                  </a:moveTo>
                  <a:lnTo>
                    <a:pt x="7317" y="4226"/>
                  </a:lnTo>
                  <a:lnTo>
                    <a:pt x="14634" y="1"/>
                  </a:lnTo>
                  <a:close/>
                </a:path>
              </a:pathLst>
            </a:custGeom>
            <a:solidFill>
              <a:srgbClr val="F8FB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17"/>
            <p:cNvSpPr/>
            <p:nvPr/>
          </p:nvSpPr>
          <p:spPr>
            <a:xfrm>
              <a:off x="3051444" y="3454621"/>
              <a:ext cx="1283951" cy="370779"/>
            </a:xfrm>
            <a:custGeom>
              <a:avLst/>
              <a:gdLst/>
              <a:ahLst/>
              <a:cxnLst/>
              <a:rect l="l" t="t" r="r" b="b"/>
              <a:pathLst>
                <a:path w="14634" h="4226" extrusionOk="0">
                  <a:moveTo>
                    <a:pt x="0" y="1"/>
                  </a:moveTo>
                  <a:lnTo>
                    <a:pt x="7317" y="4226"/>
                  </a:lnTo>
                  <a:lnTo>
                    <a:pt x="14634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17"/>
            <p:cNvSpPr/>
            <p:nvPr/>
          </p:nvSpPr>
          <p:spPr>
            <a:xfrm>
              <a:off x="3217706" y="3061909"/>
              <a:ext cx="951162" cy="1055394"/>
            </a:xfrm>
            <a:custGeom>
              <a:avLst/>
              <a:gdLst/>
              <a:ahLst/>
              <a:cxnLst/>
              <a:rect l="l" t="t" r="r" b="b"/>
              <a:pathLst>
                <a:path w="10841" h="12029" extrusionOk="0">
                  <a:moveTo>
                    <a:pt x="0" y="0"/>
                  </a:moveTo>
                  <a:lnTo>
                    <a:pt x="0" y="3282"/>
                  </a:lnTo>
                  <a:cubicBezTo>
                    <a:pt x="0" y="5249"/>
                    <a:pt x="1050" y="6974"/>
                    <a:pt x="2620" y="7923"/>
                  </a:cubicBezTo>
                  <a:cubicBezTo>
                    <a:pt x="3704" y="8579"/>
                    <a:pt x="4344" y="9775"/>
                    <a:pt x="4344" y="11041"/>
                  </a:cubicBezTo>
                  <a:lnTo>
                    <a:pt x="4344" y="12028"/>
                  </a:lnTo>
                  <a:lnTo>
                    <a:pt x="6498" y="12028"/>
                  </a:lnTo>
                  <a:lnTo>
                    <a:pt x="6498" y="11041"/>
                  </a:lnTo>
                  <a:cubicBezTo>
                    <a:pt x="6498" y="9774"/>
                    <a:pt x="7137" y="8578"/>
                    <a:pt x="8222" y="7923"/>
                  </a:cubicBezTo>
                  <a:cubicBezTo>
                    <a:pt x="9792" y="6974"/>
                    <a:pt x="10841" y="5249"/>
                    <a:pt x="10841" y="3282"/>
                  </a:cubicBezTo>
                  <a:lnTo>
                    <a:pt x="1084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17"/>
            <p:cNvSpPr/>
            <p:nvPr/>
          </p:nvSpPr>
          <p:spPr>
            <a:xfrm>
              <a:off x="2962478" y="2581547"/>
              <a:ext cx="429387" cy="471501"/>
            </a:xfrm>
            <a:custGeom>
              <a:avLst/>
              <a:gdLst/>
              <a:ahLst/>
              <a:cxnLst/>
              <a:rect l="l" t="t" r="r" b="b"/>
              <a:pathLst>
                <a:path w="4894" h="5374" extrusionOk="0">
                  <a:moveTo>
                    <a:pt x="4893" y="0"/>
                  </a:moveTo>
                  <a:lnTo>
                    <a:pt x="0" y="1426"/>
                  </a:lnTo>
                  <a:lnTo>
                    <a:pt x="3948" y="5373"/>
                  </a:lnTo>
                  <a:lnTo>
                    <a:pt x="4893" y="0"/>
                  </a:lnTo>
                  <a:close/>
                </a:path>
              </a:pathLst>
            </a:custGeom>
            <a:solidFill>
              <a:srgbClr val="00AC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17"/>
            <p:cNvSpPr/>
            <p:nvPr/>
          </p:nvSpPr>
          <p:spPr>
            <a:xfrm>
              <a:off x="2962478" y="2581547"/>
              <a:ext cx="429387" cy="471501"/>
            </a:xfrm>
            <a:custGeom>
              <a:avLst/>
              <a:gdLst/>
              <a:ahLst/>
              <a:cxnLst/>
              <a:rect l="l" t="t" r="r" b="b"/>
              <a:pathLst>
                <a:path w="4894" h="5374" extrusionOk="0">
                  <a:moveTo>
                    <a:pt x="4893" y="0"/>
                  </a:moveTo>
                  <a:lnTo>
                    <a:pt x="0" y="1426"/>
                  </a:lnTo>
                  <a:lnTo>
                    <a:pt x="3948" y="5373"/>
                  </a:lnTo>
                  <a:lnTo>
                    <a:pt x="489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17"/>
            <p:cNvSpPr/>
            <p:nvPr/>
          </p:nvSpPr>
          <p:spPr>
            <a:xfrm>
              <a:off x="3051440" y="990000"/>
              <a:ext cx="1283951" cy="2573017"/>
            </a:xfrm>
            <a:custGeom>
              <a:avLst/>
              <a:gdLst/>
              <a:ahLst/>
              <a:cxnLst/>
              <a:rect l="l" t="t" r="r" b="b"/>
              <a:pathLst>
                <a:path w="14634" h="28092" extrusionOk="0">
                  <a:moveTo>
                    <a:pt x="7317" y="0"/>
                  </a:moveTo>
                  <a:cubicBezTo>
                    <a:pt x="3276" y="0"/>
                    <a:pt x="0" y="3276"/>
                    <a:pt x="0" y="7317"/>
                  </a:cubicBezTo>
                  <a:lnTo>
                    <a:pt x="0" y="28092"/>
                  </a:lnTo>
                  <a:lnTo>
                    <a:pt x="14634" y="28092"/>
                  </a:lnTo>
                  <a:lnTo>
                    <a:pt x="14634" y="7317"/>
                  </a:lnTo>
                  <a:cubicBezTo>
                    <a:pt x="14634" y="3276"/>
                    <a:pt x="11359" y="0"/>
                    <a:pt x="731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17"/>
            <p:cNvSpPr/>
            <p:nvPr/>
          </p:nvSpPr>
          <p:spPr>
            <a:xfrm>
              <a:off x="3051444" y="2282538"/>
              <a:ext cx="1283951" cy="545113"/>
            </a:xfrm>
            <a:custGeom>
              <a:avLst/>
              <a:gdLst/>
              <a:ahLst/>
              <a:cxnLst/>
              <a:rect l="l" t="t" r="r" b="b"/>
              <a:pathLst>
                <a:path w="14634" h="6213" extrusionOk="0">
                  <a:moveTo>
                    <a:pt x="14634" y="0"/>
                  </a:moveTo>
                  <a:lnTo>
                    <a:pt x="0" y="762"/>
                  </a:lnTo>
                  <a:lnTo>
                    <a:pt x="0" y="4923"/>
                  </a:lnTo>
                  <a:lnTo>
                    <a:pt x="14634" y="6213"/>
                  </a:lnTo>
                  <a:lnTo>
                    <a:pt x="14634" y="0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17"/>
            <p:cNvSpPr/>
            <p:nvPr/>
          </p:nvSpPr>
          <p:spPr>
            <a:xfrm>
              <a:off x="3150499" y="1098960"/>
              <a:ext cx="1085839" cy="1085839"/>
            </a:xfrm>
            <a:custGeom>
              <a:avLst/>
              <a:gdLst/>
              <a:ahLst/>
              <a:cxnLst/>
              <a:rect l="l" t="t" r="r" b="b"/>
              <a:pathLst>
                <a:path w="12376" h="12376" extrusionOk="0">
                  <a:moveTo>
                    <a:pt x="6188" y="0"/>
                  </a:moveTo>
                  <a:cubicBezTo>
                    <a:pt x="4547" y="0"/>
                    <a:pt x="2973" y="652"/>
                    <a:pt x="1813" y="1813"/>
                  </a:cubicBezTo>
                  <a:cubicBezTo>
                    <a:pt x="653" y="2973"/>
                    <a:pt x="1" y="4548"/>
                    <a:pt x="1" y="6188"/>
                  </a:cubicBezTo>
                  <a:cubicBezTo>
                    <a:pt x="1" y="7829"/>
                    <a:pt x="653" y="9404"/>
                    <a:pt x="1813" y="10564"/>
                  </a:cubicBezTo>
                  <a:cubicBezTo>
                    <a:pt x="2973" y="11724"/>
                    <a:pt x="4547" y="12376"/>
                    <a:pt x="6188" y="12376"/>
                  </a:cubicBezTo>
                  <a:cubicBezTo>
                    <a:pt x="7829" y="12376"/>
                    <a:pt x="9403" y="11724"/>
                    <a:pt x="10563" y="10564"/>
                  </a:cubicBezTo>
                  <a:cubicBezTo>
                    <a:pt x="11724" y="9404"/>
                    <a:pt x="12375" y="7829"/>
                    <a:pt x="12375" y="6188"/>
                  </a:cubicBezTo>
                  <a:cubicBezTo>
                    <a:pt x="12375" y="4548"/>
                    <a:pt x="11724" y="2973"/>
                    <a:pt x="10563" y="1813"/>
                  </a:cubicBezTo>
                  <a:cubicBezTo>
                    <a:pt x="9403" y="652"/>
                    <a:pt x="7829" y="0"/>
                    <a:pt x="61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17"/>
            <p:cNvSpPr/>
            <p:nvPr/>
          </p:nvSpPr>
          <p:spPr>
            <a:xfrm>
              <a:off x="2908081" y="2184710"/>
              <a:ext cx="1688508" cy="553975"/>
            </a:xfrm>
            <a:custGeom>
              <a:avLst/>
              <a:gdLst/>
              <a:ahLst/>
              <a:cxnLst/>
              <a:rect l="l" t="t" r="r" b="b"/>
              <a:pathLst>
                <a:path w="19245" h="6314" extrusionOk="0">
                  <a:moveTo>
                    <a:pt x="16809" y="1"/>
                  </a:moveTo>
                  <a:lnTo>
                    <a:pt x="0" y="1981"/>
                  </a:lnTo>
                  <a:lnTo>
                    <a:pt x="620" y="5949"/>
                  </a:lnTo>
                  <a:lnTo>
                    <a:pt x="16702" y="6314"/>
                  </a:lnTo>
                  <a:lnTo>
                    <a:pt x="19244" y="3541"/>
                  </a:lnTo>
                  <a:lnTo>
                    <a:pt x="1680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17"/>
            <p:cNvSpPr/>
            <p:nvPr/>
          </p:nvSpPr>
          <p:spPr>
            <a:xfrm>
              <a:off x="3564180" y="3988065"/>
              <a:ext cx="258475" cy="258387"/>
            </a:xfrm>
            <a:custGeom>
              <a:avLst/>
              <a:gdLst/>
              <a:ahLst/>
              <a:cxnLst/>
              <a:rect l="l" t="t" r="r" b="b"/>
              <a:pathLst>
                <a:path w="2946" h="2945" extrusionOk="0">
                  <a:moveTo>
                    <a:pt x="1473" y="1"/>
                  </a:moveTo>
                  <a:cubicBezTo>
                    <a:pt x="660" y="1"/>
                    <a:pt x="1" y="660"/>
                    <a:pt x="1" y="1472"/>
                  </a:cubicBezTo>
                  <a:cubicBezTo>
                    <a:pt x="1" y="2286"/>
                    <a:pt x="660" y="2944"/>
                    <a:pt x="1473" y="2944"/>
                  </a:cubicBezTo>
                  <a:cubicBezTo>
                    <a:pt x="2287" y="2944"/>
                    <a:pt x="2946" y="2286"/>
                    <a:pt x="2946" y="1472"/>
                  </a:cubicBezTo>
                  <a:cubicBezTo>
                    <a:pt x="2946" y="660"/>
                    <a:pt x="2287" y="1"/>
                    <a:pt x="1473" y="1"/>
                  </a:cubicBezTo>
                  <a:close/>
                </a:path>
              </a:pathLst>
            </a:custGeom>
            <a:solidFill>
              <a:srgbClr val="F8FB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17"/>
            <p:cNvSpPr/>
            <p:nvPr/>
          </p:nvSpPr>
          <p:spPr>
            <a:xfrm>
              <a:off x="3630773" y="4054569"/>
              <a:ext cx="125377" cy="125377"/>
            </a:xfrm>
            <a:custGeom>
              <a:avLst/>
              <a:gdLst/>
              <a:ahLst/>
              <a:cxnLst/>
              <a:rect l="l" t="t" r="r" b="b"/>
              <a:pathLst>
                <a:path w="1429" h="1429" extrusionOk="0">
                  <a:moveTo>
                    <a:pt x="714" y="1"/>
                  </a:moveTo>
                  <a:cubicBezTo>
                    <a:pt x="320" y="1"/>
                    <a:pt x="1" y="320"/>
                    <a:pt x="1" y="714"/>
                  </a:cubicBezTo>
                  <a:cubicBezTo>
                    <a:pt x="1" y="1108"/>
                    <a:pt x="320" y="1428"/>
                    <a:pt x="714" y="1428"/>
                  </a:cubicBezTo>
                  <a:cubicBezTo>
                    <a:pt x="1108" y="1428"/>
                    <a:pt x="1428" y="1108"/>
                    <a:pt x="1428" y="714"/>
                  </a:cubicBezTo>
                  <a:cubicBezTo>
                    <a:pt x="1428" y="320"/>
                    <a:pt x="1108" y="1"/>
                    <a:pt x="71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1" name="Google Shape;431;p17"/>
          <p:cNvGrpSpPr/>
          <p:nvPr/>
        </p:nvGrpSpPr>
        <p:grpSpPr>
          <a:xfrm>
            <a:off x="1161495" y="1175200"/>
            <a:ext cx="1688508" cy="3256452"/>
            <a:chOff x="1161495" y="990000"/>
            <a:chExt cx="1688508" cy="3256452"/>
          </a:xfrm>
        </p:grpSpPr>
        <p:sp>
          <p:nvSpPr>
            <p:cNvPr id="432" name="Google Shape;432;p17"/>
            <p:cNvSpPr/>
            <p:nvPr/>
          </p:nvSpPr>
          <p:spPr>
            <a:xfrm>
              <a:off x="1304858" y="3454621"/>
              <a:ext cx="1283951" cy="370779"/>
            </a:xfrm>
            <a:custGeom>
              <a:avLst/>
              <a:gdLst/>
              <a:ahLst/>
              <a:cxnLst/>
              <a:rect l="l" t="t" r="r" b="b"/>
              <a:pathLst>
                <a:path w="14634" h="4226" extrusionOk="0">
                  <a:moveTo>
                    <a:pt x="0" y="1"/>
                  </a:moveTo>
                  <a:lnTo>
                    <a:pt x="7317" y="4226"/>
                  </a:lnTo>
                  <a:lnTo>
                    <a:pt x="14634" y="1"/>
                  </a:lnTo>
                  <a:close/>
                </a:path>
              </a:pathLst>
            </a:custGeom>
            <a:solidFill>
              <a:srgbClr val="F8FB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17"/>
            <p:cNvSpPr/>
            <p:nvPr/>
          </p:nvSpPr>
          <p:spPr>
            <a:xfrm>
              <a:off x="1304858" y="3454621"/>
              <a:ext cx="1283951" cy="370779"/>
            </a:xfrm>
            <a:custGeom>
              <a:avLst/>
              <a:gdLst/>
              <a:ahLst/>
              <a:cxnLst/>
              <a:rect l="l" t="t" r="r" b="b"/>
              <a:pathLst>
                <a:path w="14634" h="4226" extrusionOk="0">
                  <a:moveTo>
                    <a:pt x="0" y="1"/>
                  </a:moveTo>
                  <a:lnTo>
                    <a:pt x="7317" y="4226"/>
                  </a:lnTo>
                  <a:lnTo>
                    <a:pt x="14634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17"/>
            <p:cNvSpPr/>
            <p:nvPr/>
          </p:nvSpPr>
          <p:spPr>
            <a:xfrm>
              <a:off x="1471120" y="3061909"/>
              <a:ext cx="951162" cy="1055394"/>
            </a:xfrm>
            <a:custGeom>
              <a:avLst/>
              <a:gdLst/>
              <a:ahLst/>
              <a:cxnLst/>
              <a:rect l="l" t="t" r="r" b="b"/>
              <a:pathLst>
                <a:path w="10841" h="12029" extrusionOk="0">
                  <a:moveTo>
                    <a:pt x="0" y="0"/>
                  </a:moveTo>
                  <a:lnTo>
                    <a:pt x="0" y="3282"/>
                  </a:lnTo>
                  <a:cubicBezTo>
                    <a:pt x="0" y="5249"/>
                    <a:pt x="1050" y="6974"/>
                    <a:pt x="2619" y="7923"/>
                  </a:cubicBezTo>
                  <a:cubicBezTo>
                    <a:pt x="3704" y="8579"/>
                    <a:pt x="4344" y="9775"/>
                    <a:pt x="4344" y="11041"/>
                  </a:cubicBezTo>
                  <a:lnTo>
                    <a:pt x="4344" y="12028"/>
                  </a:lnTo>
                  <a:lnTo>
                    <a:pt x="6497" y="12028"/>
                  </a:lnTo>
                  <a:lnTo>
                    <a:pt x="6497" y="11041"/>
                  </a:lnTo>
                  <a:cubicBezTo>
                    <a:pt x="6497" y="9774"/>
                    <a:pt x="7137" y="8578"/>
                    <a:pt x="8221" y="7923"/>
                  </a:cubicBezTo>
                  <a:cubicBezTo>
                    <a:pt x="9792" y="6974"/>
                    <a:pt x="10841" y="5249"/>
                    <a:pt x="10841" y="3282"/>
                  </a:cubicBezTo>
                  <a:lnTo>
                    <a:pt x="1084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17"/>
            <p:cNvSpPr/>
            <p:nvPr/>
          </p:nvSpPr>
          <p:spPr>
            <a:xfrm>
              <a:off x="1215805" y="2581547"/>
              <a:ext cx="429475" cy="471501"/>
            </a:xfrm>
            <a:custGeom>
              <a:avLst/>
              <a:gdLst/>
              <a:ahLst/>
              <a:cxnLst/>
              <a:rect l="l" t="t" r="r" b="b"/>
              <a:pathLst>
                <a:path w="4895" h="5374" extrusionOk="0">
                  <a:moveTo>
                    <a:pt x="4894" y="0"/>
                  </a:moveTo>
                  <a:lnTo>
                    <a:pt x="0" y="1426"/>
                  </a:lnTo>
                  <a:lnTo>
                    <a:pt x="3949" y="5373"/>
                  </a:lnTo>
                  <a:lnTo>
                    <a:pt x="4894" y="0"/>
                  </a:lnTo>
                  <a:close/>
                </a:path>
              </a:pathLst>
            </a:custGeom>
            <a:solidFill>
              <a:srgbClr val="1FC0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17"/>
            <p:cNvSpPr/>
            <p:nvPr/>
          </p:nvSpPr>
          <p:spPr>
            <a:xfrm>
              <a:off x="1215805" y="2581547"/>
              <a:ext cx="429475" cy="471501"/>
            </a:xfrm>
            <a:custGeom>
              <a:avLst/>
              <a:gdLst/>
              <a:ahLst/>
              <a:cxnLst/>
              <a:rect l="l" t="t" r="r" b="b"/>
              <a:pathLst>
                <a:path w="4895" h="5374" extrusionOk="0">
                  <a:moveTo>
                    <a:pt x="4894" y="0"/>
                  </a:moveTo>
                  <a:lnTo>
                    <a:pt x="0" y="1426"/>
                  </a:lnTo>
                  <a:lnTo>
                    <a:pt x="3949" y="5373"/>
                  </a:lnTo>
                  <a:lnTo>
                    <a:pt x="489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17"/>
            <p:cNvSpPr/>
            <p:nvPr/>
          </p:nvSpPr>
          <p:spPr>
            <a:xfrm>
              <a:off x="1304850" y="990000"/>
              <a:ext cx="1283951" cy="2573017"/>
            </a:xfrm>
            <a:custGeom>
              <a:avLst/>
              <a:gdLst/>
              <a:ahLst/>
              <a:cxnLst/>
              <a:rect l="l" t="t" r="r" b="b"/>
              <a:pathLst>
                <a:path w="14634" h="28092" extrusionOk="0">
                  <a:moveTo>
                    <a:pt x="7317" y="0"/>
                  </a:moveTo>
                  <a:cubicBezTo>
                    <a:pt x="3275" y="0"/>
                    <a:pt x="0" y="3276"/>
                    <a:pt x="0" y="7317"/>
                  </a:cubicBezTo>
                  <a:lnTo>
                    <a:pt x="0" y="28092"/>
                  </a:lnTo>
                  <a:lnTo>
                    <a:pt x="14634" y="28092"/>
                  </a:lnTo>
                  <a:lnTo>
                    <a:pt x="14634" y="7317"/>
                  </a:lnTo>
                  <a:cubicBezTo>
                    <a:pt x="14634" y="3276"/>
                    <a:pt x="11359" y="0"/>
                    <a:pt x="731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17"/>
            <p:cNvSpPr/>
            <p:nvPr/>
          </p:nvSpPr>
          <p:spPr>
            <a:xfrm>
              <a:off x="1304858" y="2282538"/>
              <a:ext cx="1283951" cy="545113"/>
            </a:xfrm>
            <a:custGeom>
              <a:avLst/>
              <a:gdLst/>
              <a:ahLst/>
              <a:cxnLst/>
              <a:rect l="l" t="t" r="r" b="b"/>
              <a:pathLst>
                <a:path w="14634" h="6213" extrusionOk="0">
                  <a:moveTo>
                    <a:pt x="14634" y="0"/>
                  </a:moveTo>
                  <a:lnTo>
                    <a:pt x="0" y="762"/>
                  </a:lnTo>
                  <a:lnTo>
                    <a:pt x="0" y="4923"/>
                  </a:lnTo>
                  <a:lnTo>
                    <a:pt x="14634" y="6213"/>
                  </a:lnTo>
                  <a:lnTo>
                    <a:pt x="14634" y="0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17"/>
            <p:cNvSpPr/>
            <p:nvPr/>
          </p:nvSpPr>
          <p:spPr>
            <a:xfrm>
              <a:off x="1403826" y="1098960"/>
              <a:ext cx="1085927" cy="1085839"/>
            </a:xfrm>
            <a:custGeom>
              <a:avLst/>
              <a:gdLst/>
              <a:ahLst/>
              <a:cxnLst/>
              <a:rect l="l" t="t" r="r" b="b"/>
              <a:pathLst>
                <a:path w="12377" h="12376" extrusionOk="0">
                  <a:moveTo>
                    <a:pt x="6189" y="0"/>
                  </a:moveTo>
                  <a:cubicBezTo>
                    <a:pt x="4548" y="0"/>
                    <a:pt x="2974" y="652"/>
                    <a:pt x="1814" y="1813"/>
                  </a:cubicBezTo>
                  <a:cubicBezTo>
                    <a:pt x="653" y="2973"/>
                    <a:pt x="1" y="4548"/>
                    <a:pt x="1" y="6188"/>
                  </a:cubicBezTo>
                  <a:cubicBezTo>
                    <a:pt x="1" y="7829"/>
                    <a:pt x="653" y="9404"/>
                    <a:pt x="1814" y="10564"/>
                  </a:cubicBezTo>
                  <a:cubicBezTo>
                    <a:pt x="2974" y="11724"/>
                    <a:pt x="4548" y="12376"/>
                    <a:pt x="6189" y="12376"/>
                  </a:cubicBezTo>
                  <a:cubicBezTo>
                    <a:pt x="7830" y="12376"/>
                    <a:pt x="9404" y="11724"/>
                    <a:pt x="10564" y="10564"/>
                  </a:cubicBezTo>
                  <a:cubicBezTo>
                    <a:pt x="11724" y="9404"/>
                    <a:pt x="12376" y="7829"/>
                    <a:pt x="12376" y="6188"/>
                  </a:cubicBezTo>
                  <a:cubicBezTo>
                    <a:pt x="12376" y="4548"/>
                    <a:pt x="11724" y="2973"/>
                    <a:pt x="10564" y="1813"/>
                  </a:cubicBezTo>
                  <a:cubicBezTo>
                    <a:pt x="9404" y="652"/>
                    <a:pt x="7830" y="0"/>
                    <a:pt x="618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17"/>
            <p:cNvSpPr/>
            <p:nvPr/>
          </p:nvSpPr>
          <p:spPr>
            <a:xfrm>
              <a:off x="1161495" y="2184710"/>
              <a:ext cx="1688508" cy="553975"/>
            </a:xfrm>
            <a:custGeom>
              <a:avLst/>
              <a:gdLst/>
              <a:ahLst/>
              <a:cxnLst/>
              <a:rect l="l" t="t" r="r" b="b"/>
              <a:pathLst>
                <a:path w="19245" h="6314" extrusionOk="0">
                  <a:moveTo>
                    <a:pt x="16809" y="1"/>
                  </a:moveTo>
                  <a:lnTo>
                    <a:pt x="0" y="1981"/>
                  </a:lnTo>
                  <a:lnTo>
                    <a:pt x="619" y="5949"/>
                  </a:lnTo>
                  <a:lnTo>
                    <a:pt x="16702" y="6314"/>
                  </a:lnTo>
                  <a:lnTo>
                    <a:pt x="19244" y="3541"/>
                  </a:lnTo>
                  <a:lnTo>
                    <a:pt x="1680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17"/>
            <p:cNvSpPr/>
            <p:nvPr/>
          </p:nvSpPr>
          <p:spPr>
            <a:xfrm>
              <a:off x="1817595" y="3988065"/>
              <a:ext cx="258387" cy="258387"/>
            </a:xfrm>
            <a:custGeom>
              <a:avLst/>
              <a:gdLst/>
              <a:ahLst/>
              <a:cxnLst/>
              <a:rect l="l" t="t" r="r" b="b"/>
              <a:pathLst>
                <a:path w="2945" h="2945" extrusionOk="0">
                  <a:moveTo>
                    <a:pt x="1473" y="1"/>
                  </a:moveTo>
                  <a:cubicBezTo>
                    <a:pt x="660" y="1"/>
                    <a:pt x="1" y="660"/>
                    <a:pt x="1" y="1472"/>
                  </a:cubicBezTo>
                  <a:cubicBezTo>
                    <a:pt x="1" y="2286"/>
                    <a:pt x="660" y="2944"/>
                    <a:pt x="1473" y="2944"/>
                  </a:cubicBezTo>
                  <a:cubicBezTo>
                    <a:pt x="2285" y="2944"/>
                    <a:pt x="2944" y="2286"/>
                    <a:pt x="2944" y="1472"/>
                  </a:cubicBezTo>
                  <a:cubicBezTo>
                    <a:pt x="2944" y="660"/>
                    <a:pt x="2285" y="1"/>
                    <a:pt x="1473" y="1"/>
                  </a:cubicBezTo>
                  <a:close/>
                </a:path>
              </a:pathLst>
            </a:custGeom>
            <a:solidFill>
              <a:srgbClr val="F8FB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17"/>
            <p:cNvSpPr/>
            <p:nvPr/>
          </p:nvSpPr>
          <p:spPr>
            <a:xfrm>
              <a:off x="1884099" y="4054569"/>
              <a:ext cx="125377" cy="125377"/>
            </a:xfrm>
            <a:custGeom>
              <a:avLst/>
              <a:gdLst/>
              <a:ahLst/>
              <a:cxnLst/>
              <a:rect l="l" t="t" r="r" b="b"/>
              <a:pathLst>
                <a:path w="1429" h="1429" extrusionOk="0">
                  <a:moveTo>
                    <a:pt x="715" y="1"/>
                  </a:moveTo>
                  <a:cubicBezTo>
                    <a:pt x="321" y="1"/>
                    <a:pt x="1" y="320"/>
                    <a:pt x="1" y="714"/>
                  </a:cubicBezTo>
                  <a:cubicBezTo>
                    <a:pt x="1" y="1108"/>
                    <a:pt x="321" y="1428"/>
                    <a:pt x="715" y="1428"/>
                  </a:cubicBezTo>
                  <a:cubicBezTo>
                    <a:pt x="1109" y="1428"/>
                    <a:pt x="1428" y="1108"/>
                    <a:pt x="1428" y="714"/>
                  </a:cubicBezTo>
                  <a:cubicBezTo>
                    <a:pt x="1428" y="320"/>
                    <a:pt x="1109" y="1"/>
                    <a:pt x="71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44" name="Google Shape;444;p17"/>
          <p:cNvSpPr txBox="1"/>
          <p:nvPr/>
        </p:nvSpPr>
        <p:spPr>
          <a:xfrm>
            <a:off x="1292670" y="2486337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b="1" dirty="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Dataset</a:t>
            </a:r>
            <a:endParaRPr b="1" dirty="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45" name="Google Shape;445;p17"/>
          <p:cNvSpPr txBox="1"/>
          <p:nvPr/>
        </p:nvSpPr>
        <p:spPr>
          <a:xfrm>
            <a:off x="3044283" y="2486337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b="1" dirty="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RapidMiner</a:t>
            </a:r>
            <a:endParaRPr b="1" dirty="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46" name="Google Shape;446;p17"/>
          <p:cNvSpPr txBox="1"/>
          <p:nvPr/>
        </p:nvSpPr>
        <p:spPr>
          <a:xfrm>
            <a:off x="1318026" y="3031694"/>
            <a:ext cx="1284000" cy="6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20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Escolha do dataset</a:t>
            </a:r>
            <a:endParaRPr sz="1200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7" name="Google Shape;447;p17"/>
          <p:cNvSpPr txBox="1"/>
          <p:nvPr/>
        </p:nvSpPr>
        <p:spPr>
          <a:xfrm>
            <a:off x="3044275" y="2927425"/>
            <a:ext cx="1308900" cy="6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Tratamento dos dados no </a:t>
            </a:r>
            <a:r>
              <a:rPr lang="pt-PT" sz="1200" dirty="0" err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RapidMiner</a:t>
            </a:r>
            <a:endParaRPr sz="1200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endParaRPr sz="1200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8" name="Google Shape;448;p17"/>
          <p:cNvSpPr txBox="1"/>
          <p:nvPr/>
        </p:nvSpPr>
        <p:spPr>
          <a:xfrm>
            <a:off x="4808545" y="2486337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b="1" dirty="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PowerBI</a:t>
            </a:r>
            <a:endParaRPr b="1" dirty="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49" name="Google Shape;449;p17"/>
          <p:cNvSpPr txBox="1"/>
          <p:nvPr/>
        </p:nvSpPr>
        <p:spPr>
          <a:xfrm>
            <a:off x="4784805" y="2930379"/>
            <a:ext cx="1355357" cy="6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20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Desenvolvimento de gráficos no PowerBI</a:t>
            </a:r>
            <a:endParaRPr sz="1200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0" name="Google Shape;450;p17"/>
          <p:cNvSpPr txBox="1"/>
          <p:nvPr/>
        </p:nvSpPr>
        <p:spPr>
          <a:xfrm>
            <a:off x="6548552" y="2486337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pt-PT" b="1" dirty="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Insights</a:t>
            </a:r>
            <a:endParaRPr b="1" dirty="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51" name="Google Shape;451;p17"/>
          <p:cNvSpPr txBox="1"/>
          <p:nvPr/>
        </p:nvSpPr>
        <p:spPr>
          <a:xfrm>
            <a:off x="6341603" y="3043043"/>
            <a:ext cx="1688497" cy="6546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200" dirty="0">
                <a:latin typeface="Roboto"/>
                <a:ea typeface="Roboto"/>
                <a:cs typeface="Roboto"/>
                <a:sym typeface="Roboto"/>
              </a:rPr>
              <a:t>Identificação </a:t>
            </a:r>
            <a:r>
              <a:rPr lang="en" sz="120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de insights</a:t>
            </a:r>
            <a:endParaRPr sz="1200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E388904-5CB9-0CEF-8086-081F38969C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5584" y="1467269"/>
            <a:ext cx="705291" cy="7052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4" descr="Altair RapidMiner Reviews: 500+ User Reviews and Ratings in 2024 | G2">
            <a:extLst>
              <a:ext uri="{FF2B5EF4-FFF2-40B4-BE49-F238E27FC236}">
                <a16:creationId xmlns:a16="http://schemas.microsoft.com/office/drawing/2014/main" id="{325E84F0-8A7F-3810-D19E-972386DED1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3463" y="1513793"/>
            <a:ext cx="692241" cy="6941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Data, metadata, dataset Vector Icons free download in SVG, PNG Format">
            <a:extLst>
              <a:ext uri="{FF2B5EF4-FFF2-40B4-BE49-F238E27FC236}">
                <a16:creationId xmlns:a16="http://schemas.microsoft.com/office/drawing/2014/main" id="{BED046B5-CC94-D8CF-AAAC-DD9166DC58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0286" y="1494549"/>
            <a:ext cx="533942" cy="7314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Data analysis Generic Flat icon">
            <a:extLst>
              <a:ext uri="{FF2B5EF4-FFF2-40B4-BE49-F238E27FC236}">
                <a16:creationId xmlns:a16="http://schemas.microsoft.com/office/drawing/2014/main" id="{F81B6823-BC6D-6579-0F9A-7BE4046B90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4099" y="1449374"/>
            <a:ext cx="805051" cy="805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Marcador de Posição do Número do Diapositivo 2">
            <a:extLst>
              <a:ext uri="{FF2B5EF4-FFF2-40B4-BE49-F238E27FC236}">
                <a16:creationId xmlns:a16="http://schemas.microsoft.com/office/drawing/2014/main" id="{CC8E31B4-7FDF-C00D-B93E-2538030F92C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/>
              <a:t>3</a:t>
            </a:fld>
            <a:endParaRPr lang="pt-PT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4" name="Google Shape;2744;p41"/>
          <p:cNvSpPr txBox="1"/>
          <p:nvPr/>
        </p:nvSpPr>
        <p:spPr>
          <a:xfrm>
            <a:off x="311700" y="2926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 dirty="0">
                <a:latin typeface="Fira Sans"/>
                <a:ea typeface="Fira Sans"/>
                <a:cs typeface="Fira Sans"/>
                <a:sym typeface="Fira Sans"/>
              </a:rPr>
              <a:t>Descrição do dataset</a:t>
            </a:r>
            <a:endParaRPr sz="2800" b="1" dirty="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grpSp>
        <p:nvGrpSpPr>
          <p:cNvPr id="2745" name="Google Shape;2745;p41"/>
          <p:cNvGrpSpPr/>
          <p:nvPr/>
        </p:nvGrpSpPr>
        <p:grpSpPr>
          <a:xfrm>
            <a:off x="3765865" y="2569914"/>
            <a:ext cx="1608689" cy="689326"/>
            <a:chOff x="3715665" y="2563727"/>
            <a:chExt cx="1730144" cy="689326"/>
          </a:xfrm>
        </p:grpSpPr>
        <p:sp>
          <p:nvSpPr>
            <p:cNvPr id="2746" name="Google Shape;2746;p41"/>
            <p:cNvSpPr/>
            <p:nvPr/>
          </p:nvSpPr>
          <p:spPr>
            <a:xfrm>
              <a:off x="3829870" y="2678154"/>
              <a:ext cx="1501614" cy="460363"/>
            </a:xfrm>
            <a:custGeom>
              <a:avLst/>
              <a:gdLst/>
              <a:ahLst/>
              <a:cxnLst/>
              <a:rect l="l" t="t" r="r" b="b"/>
              <a:pathLst>
                <a:path w="13543" h="4152" extrusionOk="0">
                  <a:moveTo>
                    <a:pt x="2077" y="1"/>
                  </a:moveTo>
                  <a:cubicBezTo>
                    <a:pt x="930" y="1"/>
                    <a:pt x="1" y="930"/>
                    <a:pt x="1" y="2076"/>
                  </a:cubicBezTo>
                  <a:cubicBezTo>
                    <a:pt x="1" y="3224"/>
                    <a:pt x="931" y="4152"/>
                    <a:pt x="2077" y="4152"/>
                  </a:cubicBezTo>
                  <a:lnTo>
                    <a:pt x="11466" y="4152"/>
                  </a:lnTo>
                  <a:cubicBezTo>
                    <a:pt x="12612" y="4152"/>
                    <a:pt x="13541" y="3224"/>
                    <a:pt x="13542" y="2076"/>
                  </a:cubicBezTo>
                  <a:cubicBezTo>
                    <a:pt x="13542" y="929"/>
                    <a:pt x="12612" y="1"/>
                    <a:pt x="11466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20000">
                  <a:schemeClr val="accent1"/>
                </a:gs>
                <a:gs pos="39000">
                  <a:schemeClr val="accent2"/>
                </a:gs>
                <a:gs pos="63000">
                  <a:schemeClr val="accent3"/>
                </a:gs>
                <a:gs pos="84000">
                  <a:schemeClr val="accent4"/>
                </a:gs>
                <a:gs pos="100000">
                  <a:schemeClr val="accent5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PT" b="1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DATASET</a:t>
              </a:r>
              <a:endParaRPr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</p:txBody>
        </p:sp>
        <p:sp>
          <p:nvSpPr>
            <p:cNvPr id="2747" name="Google Shape;2747;p41"/>
            <p:cNvSpPr/>
            <p:nvPr/>
          </p:nvSpPr>
          <p:spPr>
            <a:xfrm>
              <a:off x="3715665" y="2563949"/>
              <a:ext cx="620138" cy="689104"/>
            </a:xfrm>
            <a:custGeom>
              <a:avLst/>
              <a:gdLst/>
              <a:ahLst/>
              <a:cxnLst/>
              <a:rect l="l" t="t" r="r" b="b"/>
              <a:pathLst>
                <a:path w="5593" h="6215" extrusionOk="0">
                  <a:moveTo>
                    <a:pt x="3107" y="0"/>
                  </a:moveTo>
                  <a:cubicBezTo>
                    <a:pt x="1394" y="0"/>
                    <a:pt x="0" y="1395"/>
                    <a:pt x="0" y="3108"/>
                  </a:cubicBezTo>
                  <a:cubicBezTo>
                    <a:pt x="0" y="4820"/>
                    <a:pt x="1394" y="6214"/>
                    <a:pt x="3107" y="6214"/>
                  </a:cubicBezTo>
                  <a:lnTo>
                    <a:pt x="5387" y="6214"/>
                  </a:lnTo>
                  <a:cubicBezTo>
                    <a:pt x="5501" y="6214"/>
                    <a:pt x="5593" y="6124"/>
                    <a:pt x="5593" y="6011"/>
                  </a:cubicBezTo>
                  <a:cubicBezTo>
                    <a:pt x="5593" y="5897"/>
                    <a:pt x="5501" y="5805"/>
                    <a:pt x="5387" y="5805"/>
                  </a:cubicBezTo>
                  <a:lnTo>
                    <a:pt x="3107" y="5805"/>
                  </a:lnTo>
                  <a:cubicBezTo>
                    <a:pt x="1620" y="5805"/>
                    <a:pt x="411" y="4594"/>
                    <a:pt x="411" y="3109"/>
                  </a:cubicBezTo>
                  <a:cubicBezTo>
                    <a:pt x="411" y="1622"/>
                    <a:pt x="1620" y="413"/>
                    <a:pt x="3107" y="413"/>
                  </a:cubicBezTo>
                  <a:lnTo>
                    <a:pt x="5355" y="413"/>
                  </a:lnTo>
                  <a:cubicBezTo>
                    <a:pt x="5469" y="413"/>
                    <a:pt x="5561" y="321"/>
                    <a:pt x="5561" y="207"/>
                  </a:cubicBezTo>
                  <a:cubicBezTo>
                    <a:pt x="5561" y="92"/>
                    <a:pt x="5469" y="0"/>
                    <a:pt x="535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8" name="Google Shape;2748;p41"/>
            <p:cNvSpPr/>
            <p:nvPr/>
          </p:nvSpPr>
          <p:spPr>
            <a:xfrm>
              <a:off x="4825560" y="2563727"/>
              <a:ext cx="620249" cy="689325"/>
            </a:xfrm>
            <a:custGeom>
              <a:avLst/>
              <a:gdLst/>
              <a:ahLst/>
              <a:cxnLst/>
              <a:rect l="l" t="t" r="r" b="b"/>
              <a:pathLst>
                <a:path w="5594" h="6217" extrusionOk="0">
                  <a:moveTo>
                    <a:pt x="238" y="0"/>
                  </a:moveTo>
                  <a:cubicBezTo>
                    <a:pt x="124" y="0"/>
                    <a:pt x="33" y="92"/>
                    <a:pt x="33" y="206"/>
                  </a:cubicBezTo>
                  <a:cubicBezTo>
                    <a:pt x="33" y="320"/>
                    <a:pt x="125" y="412"/>
                    <a:pt x="238" y="412"/>
                  </a:cubicBezTo>
                  <a:lnTo>
                    <a:pt x="2486" y="412"/>
                  </a:lnTo>
                  <a:cubicBezTo>
                    <a:pt x="3973" y="412"/>
                    <a:pt x="5183" y="1622"/>
                    <a:pt x="5183" y="3108"/>
                  </a:cubicBezTo>
                  <a:cubicBezTo>
                    <a:pt x="5183" y="4594"/>
                    <a:pt x="3973" y="5804"/>
                    <a:pt x="2486" y="5804"/>
                  </a:cubicBezTo>
                  <a:lnTo>
                    <a:pt x="207" y="5804"/>
                  </a:lnTo>
                  <a:cubicBezTo>
                    <a:pt x="92" y="5804"/>
                    <a:pt x="0" y="5896"/>
                    <a:pt x="0" y="6011"/>
                  </a:cubicBezTo>
                  <a:cubicBezTo>
                    <a:pt x="0" y="6124"/>
                    <a:pt x="92" y="6216"/>
                    <a:pt x="207" y="6216"/>
                  </a:cubicBezTo>
                  <a:lnTo>
                    <a:pt x="2486" y="6216"/>
                  </a:lnTo>
                  <a:cubicBezTo>
                    <a:pt x="4199" y="6216"/>
                    <a:pt x="5594" y="4822"/>
                    <a:pt x="5594" y="3107"/>
                  </a:cubicBezTo>
                  <a:cubicBezTo>
                    <a:pt x="5594" y="1394"/>
                    <a:pt x="4199" y="0"/>
                    <a:pt x="248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50" name="Google Shape;2750;p41"/>
          <p:cNvGrpSpPr/>
          <p:nvPr/>
        </p:nvGrpSpPr>
        <p:grpSpPr>
          <a:xfrm>
            <a:off x="988375" y="1092784"/>
            <a:ext cx="3445538" cy="1538154"/>
            <a:chOff x="988375" y="1092784"/>
            <a:chExt cx="3445538" cy="1538154"/>
          </a:xfrm>
        </p:grpSpPr>
        <p:sp>
          <p:nvSpPr>
            <p:cNvPr id="2751" name="Google Shape;2751;p41"/>
            <p:cNvSpPr/>
            <p:nvPr/>
          </p:nvSpPr>
          <p:spPr>
            <a:xfrm>
              <a:off x="988375" y="1092784"/>
              <a:ext cx="2057400" cy="991500"/>
            </a:xfrm>
            <a:prstGeom prst="roundRect">
              <a:avLst>
                <a:gd name="adj" fmla="val 16667"/>
              </a:avLst>
            </a:prstGeom>
            <a:noFill/>
            <a:ln w="3810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2" name="Google Shape;2752;p41"/>
            <p:cNvSpPr txBox="1"/>
            <p:nvPr/>
          </p:nvSpPr>
          <p:spPr>
            <a:xfrm>
              <a:off x="1015324" y="1456337"/>
              <a:ext cx="1926600" cy="57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Agências de Saúde Domiciliar</a:t>
              </a:r>
              <a:endParaRPr sz="120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753" name="Google Shape;2753;p41"/>
            <p:cNvSpPr txBox="1"/>
            <p:nvPr/>
          </p:nvSpPr>
          <p:spPr>
            <a:xfrm>
              <a:off x="1324174" y="1136141"/>
              <a:ext cx="1308900" cy="382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1600" b="1" dirty="0">
                  <a:solidFill>
                    <a:schemeClr val="lt2"/>
                  </a:solidFill>
                  <a:latin typeface="Fira Sans"/>
                  <a:ea typeface="Fira Sans"/>
                  <a:cs typeface="Fira Sans"/>
                  <a:sym typeface="Fira Sans"/>
                </a:rPr>
                <a:t>MEDICARE</a:t>
              </a:r>
              <a:endParaRPr sz="1600" b="1" dirty="0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cxnSp>
          <p:nvCxnSpPr>
            <p:cNvPr id="2754" name="Google Shape;2754;p41"/>
            <p:cNvCxnSpPr>
              <a:cxnSpLocks/>
            </p:cNvCxnSpPr>
            <p:nvPr/>
          </p:nvCxnSpPr>
          <p:spPr>
            <a:xfrm rot="5400000" flipH="1">
              <a:off x="2912913" y="1109938"/>
              <a:ext cx="594000" cy="24480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oval" w="med" len="med"/>
              <a:tailEnd type="oval" w="med" len="med"/>
            </a:ln>
          </p:spPr>
        </p:cxnSp>
      </p:grpSp>
      <p:grpSp>
        <p:nvGrpSpPr>
          <p:cNvPr id="2755" name="Google Shape;2755;p41"/>
          <p:cNvGrpSpPr/>
          <p:nvPr/>
        </p:nvGrpSpPr>
        <p:grpSpPr>
          <a:xfrm>
            <a:off x="4703913" y="1089524"/>
            <a:ext cx="3458183" cy="1541414"/>
            <a:chOff x="4703913" y="1089524"/>
            <a:chExt cx="3458183" cy="1541414"/>
          </a:xfrm>
        </p:grpSpPr>
        <p:sp>
          <p:nvSpPr>
            <p:cNvPr id="2756" name="Google Shape;2756;p41"/>
            <p:cNvSpPr/>
            <p:nvPr/>
          </p:nvSpPr>
          <p:spPr>
            <a:xfrm>
              <a:off x="6104696" y="1089524"/>
              <a:ext cx="2057400" cy="991500"/>
            </a:xfrm>
            <a:prstGeom prst="roundRect">
              <a:avLst>
                <a:gd name="adj" fmla="val 16667"/>
              </a:avLst>
            </a:prstGeom>
            <a:noFill/>
            <a:ln w="381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7" name="Google Shape;2757;p41"/>
            <p:cNvSpPr txBox="1"/>
            <p:nvPr/>
          </p:nvSpPr>
          <p:spPr>
            <a:xfrm>
              <a:off x="6164311" y="1352162"/>
              <a:ext cx="1926600" cy="57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PT" sz="1200" dirty="0">
                  <a:latin typeface="Roboto"/>
                  <a:ea typeface="Roboto"/>
                  <a:cs typeface="Roboto"/>
                  <a:sym typeface="Roboto"/>
                </a:rPr>
                <a:t>Seguro de saúde para pessoas com 65 anos ou mais</a:t>
              </a:r>
              <a:endParaRPr sz="120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758" name="Google Shape;2758;p41"/>
            <p:cNvSpPr txBox="1"/>
            <p:nvPr/>
          </p:nvSpPr>
          <p:spPr>
            <a:xfrm>
              <a:off x="6473161" y="1089841"/>
              <a:ext cx="1308900" cy="382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1600" b="1" dirty="0">
                  <a:solidFill>
                    <a:schemeClr val="accent2"/>
                  </a:solidFill>
                  <a:latin typeface="Fira Sans"/>
                  <a:ea typeface="Fira Sans"/>
                  <a:cs typeface="Fira Sans"/>
                  <a:sym typeface="Fira Sans"/>
                </a:rPr>
                <a:t>MISSÃO</a:t>
              </a:r>
              <a:endParaRPr sz="1600" b="1" dirty="0">
                <a:solidFill>
                  <a:schemeClr val="accent2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cxnSp>
          <p:nvCxnSpPr>
            <p:cNvPr id="2759" name="Google Shape;2759;p41"/>
            <p:cNvCxnSpPr/>
            <p:nvPr/>
          </p:nvCxnSpPr>
          <p:spPr>
            <a:xfrm rot="-5400000">
              <a:off x="5625513" y="1115338"/>
              <a:ext cx="594000" cy="24372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oval" w="med" len="med"/>
              <a:tailEnd type="oval" w="med" len="med"/>
            </a:ln>
          </p:spPr>
        </p:cxnSp>
      </p:grpSp>
      <p:grpSp>
        <p:nvGrpSpPr>
          <p:cNvPr id="2760" name="Google Shape;2760;p41"/>
          <p:cNvGrpSpPr/>
          <p:nvPr/>
        </p:nvGrpSpPr>
        <p:grpSpPr>
          <a:xfrm>
            <a:off x="988375" y="3198988"/>
            <a:ext cx="3445538" cy="1533247"/>
            <a:chOff x="988375" y="3198988"/>
            <a:chExt cx="3445538" cy="1533247"/>
          </a:xfrm>
        </p:grpSpPr>
        <p:sp>
          <p:nvSpPr>
            <p:cNvPr id="2761" name="Google Shape;2761;p41"/>
            <p:cNvSpPr/>
            <p:nvPr/>
          </p:nvSpPr>
          <p:spPr>
            <a:xfrm>
              <a:off x="988375" y="3740734"/>
              <a:ext cx="2057400" cy="991500"/>
            </a:xfrm>
            <a:prstGeom prst="roundRect">
              <a:avLst>
                <a:gd name="adj" fmla="val 16667"/>
              </a:avLst>
            </a:prstGeom>
            <a:noFill/>
            <a:ln w="381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2" name="Google Shape;2762;p41"/>
            <p:cNvSpPr txBox="1"/>
            <p:nvPr/>
          </p:nvSpPr>
          <p:spPr>
            <a:xfrm>
              <a:off x="1056424" y="4097133"/>
              <a:ext cx="1926600" cy="57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11366 linhas e </a:t>
              </a: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64 colunhas</a:t>
              </a:r>
              <a:endParaRPr sz="120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763" name="Google Shape;2763;p41"/>
            <p:cNvSpPr txBox="1"/>
            <p:nvPr/>
          </p:nvSpPr>
          <p:spPr>
            <a:xfrm>
              <a:off x="1365274" y="3781801"/>
              <a:ext cx="1308900" cy="382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1600" b="1" dirty="0">
                  <a:solidFill>
                    <a:schemeClr val="accent3"/>
                  </a:solidFill>
                  <a:latin typeface="Fira Sans"/>
                  <a:ea typeface="Fira Sans"/>
                  <a:cs typeface="Fira Sans"/>
                  <a:sym typeface="Fira Sans"/>
                </a:rPr>
                <a:t>CONTEÚDO</a:t>
              </a:r>
              <a:endParaRPr sz="1600" b="1" dirty="0">
                <a:solidFill>
                  <a:schemeClr val="accent3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cxnSp>
          <p:nvCxnSpPr>
            <p:cNvPr id="2764" name="Google Shape;2764;p41"/>
            <p:cNvCxnSpPr/>
            <p:nvPr/>
          </p:nvCxnSpPr>
          <p:spPr>
            <a:xfrm rot="5400000">
              <a:off x="2921913" y="2262988"/>
              <a:ext cx="576000" cy="24480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oval" w="med" len="med"/>
              <a:tailEnd type="oval" w="med" len="med"/>
            </a:ln>
          </p:spPr>
        </p:cxnSp>
      </p:grpSp>
      <p:grpSp>
        <p:nvGrpSpPr>
          <p:cNvPr id="2765" name="Google Shape;2765;p41"/>
          <p:cNvGrpSpPr/>
          <p:nvPr/>
        </p:nvGrpSpPr>
        <p:grpSpPr>
          <a:xfrm>
            <a:off x="4703913" y="3198988"/>
            <a:ext cx="3458183" cy="1529986"/>
            <a:chOff x="4703913" y="3198988"/>
            <a:chExt cx="3458183" cy="1529986"/>
          </a:xfrm>
        </p:grpSpPr>
        <p:sp>
          <p:nvSpPr>
            <p:cNvPr id="2766" name="Google Shape;2766;p41"/>
            <p:cNvSpPr/>
            <p:nvPr/>
          </p:nvSpPr>
          <p:spPr>
            <a:xfrm>
              <a:off x="6104696" y="3737474"/>
              <a:ext cx="2057400" cy="991500"/>
            </a:xfrm>
            <a:prstGeom prst="roundRect">
              <a:avLst>
                <a:gd name="adj" fmla="val 16667"/>
              </a:avLst>
            </a:prstGeom>
            <a:noFill/>
            <a:ln w="381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7" name="Google Shape;2767;p41"/>
            <p:cNvSpPr txBox="1"/>
            <p:nvPr/>
          </p:nvSpPr>
          <p:spPr>
            <a:xfrm>
              <a:off x="6473161" y="3737474"/>
              <a:ext cx="1308900" cy="382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1600" b="1" dirty="0">
                  <a:solidFill>
                    <a:schemeClr val="accent6"/>
                  </a:solidFill>
                  <a:latin typeface="Fira Sans"/>
                  <a:ea typeface="Fira Sans"/>
                  <a:cs typeface="Fira Sans"/>
                  <a:sym typeface="Fira Sans"/>
                </a:rPr>
                <a:t>ATRIBUTOS</a:t>
              </a:r>
              <a:endParaRPr sz="1600" b="1" dirty="0">
                <a:solidFill>
                  <a:schemeClr val="accent6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2768" name="Google Shape;2768;p41"/>
            <p:cNvSpPr txBox="1"/>
            <p:nvPr/>
          </p:nvSpPr>
          <p:spPr>
            <a:xfrm>
              <a:off x="6147363" y="4039318"/>
              <a:ext cx="1987500" cy="624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PT" sz="1200" dirty="0">
                  <a:latin typeface="Roboto"/>
                  <a:ea typeface="Roboto"/>
                  <a:cs typeface="Roboto"/>
                  <a:sym typeface="Roboto"/>
                </a:rPr>
                <a:t>Localização, tipo de propriedade, medidas de qualidade…</a:t>
              </a:r>
              <a:endParaRPr sz="120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2769" name="Google Shape;2769;p41"/>
            <p:cNvCxnSpPr/>
            <p:nvPr/>
          </p:nvCxnSpPr>
          <p:spPr>
            <a:xfrm rot="-5400000" flipH="1">
              <a:off x="5634513" y="2268388"/>
              <a:ext cx="576000" cy="24372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accent6"/>
              </a:solidFill>
              <a:prstDash val="solid"/>
              <a:round/>
              <a:headEnd type="oval" w="med" len="med"/>
              <a:tailEnd type="oval" w="med" len="med"/>
            </a:ln>
          </p:spPr>
        </p:cxnSp>
      </p:grpSp>
      <p:sp>
        <p:nvSpPr>
          <p:cNvPr id="3" name="Marcador de Posição do Número do Diapositivo 2">
            <a:extLst>
              <a:ext uri="{FF2B5EF4-FFF2-40B4-BE49-F238E27FC236}">
                <a16:creationId xmlns:a16="http://schemas.microsoft.com/office/drawing/2014/main" id="{1CA42401-56CA-AB45-7253-BE607128201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/>
              <a:t>4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3024180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p19"/>
          <p:cNvSpPr txBox="1"/>
          <p:nvPr/>
        </p:nvSpPr>
        <p:spPr>
          <a:xfrm>
            <a:off x="311700" y="2926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 dirty="0">
                <a:latin typeface="Fira Sans"/>
                <a:ea typeface="Fira Sans"/>
                <a:cs typeface="Fira Sans"/>
                <a:sym typeface="Fira Sans"/>
              </a:rPr>
              <a:t>Tratamento de dados</a:t>
            </a:r>
            <a:endParaRPr sz="2800" b="1" dirty="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860" name="Google Shape;860;p19"/>
          <p:cNvSpPr txBox="1"/>
          <p:nvPr/>
        </p:nvSpPr>
        <p:spPr>
          <a:xfrm>
            <a:off x="941893" y="1956630"/>
            <a:ext cx="1926600" cy="814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Eliminação de atributos que não continham informação relevante</a:t>
            </a:r>
            <a:endParaRPr sz="1200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endParaRPr sz="1200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1" name="Google Shape;861;p19"/>
          <p:cNvSpPr txBox="1"/>
          <p:nvPr/>
        </p:nvSpPr>
        <p:spPr>
          <a:xfrm>
            <a:off x="941892" y="1645124"/>
            <a:ext cx="1988623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 b="1" dirty="0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rPr>
              <a:t>Select Attributes</a:t>
            </a:r>
            <a:endParaRPr sz="1600" b="1" dirty="0">
              <a:solidFill>
                <a:schemeClr val="lt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864" name="Google Shape;864;p19"/>
          <p:cNvSpPr txBox="1"/>
          <p:nvPr/>
        </p:nvSpPr>
        <p:spPr>
          <a:xfrm>
            <a:off x="6409058" y="1955534"/>
            <a:ext cx="1926600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r"/>
            <a:r>
              <a:rPr lang="pt-PT" sz="120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Substituição dos valores </a:t>
            </a:r>
            <a:r>
              <a:rPr lang="pt-PT" sz="1200" dirty="0">
                <a:latin typeface="Roboto"/>
                <a:ea typeface="Roboto"/>
                <a:cs typeface="Roboto"/>
                <a:sym typeface="Roboto"/>
              </a:rPr>
              <a:t>nulos pela</a:t>
            </a:r>
            <a:r>
              <a:rPr lang="pt-PT" sz="120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média</a:t>
            </a:r>
            <a:endParaRPr sz="1200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5" name="Google Shape;865;p19"/>
          <p:cNvSpPr txBox="1"/>
          <p:nvPr/>
        </p:nvSpPr>
        <p:spPr>
          <a:xfrm>
            <a:off x="5951629" y="1651319"/>
            <a:ext cx="2384029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 b="1" dirty="0">
                <a:solidFill>
                  <a:schemeClr val="accent3"/>
                </a:solidFill>
                <a:latin typeface="Fira Sans"/>
                <a:ea typeface="Fira Sans"/>
                <a:cs typeface="Fira Sans"/>
                <a:sym typeface="Fira Sans"/>
              </a:rPr>
              <a:t>Replace Missing Values</a:t>
            </a:r>
            <a:endParaRPr sz="1600" b="1" dirty="0">
              <a:solidFill>
                <a:schemeClr val="accent3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pic>
        <p:nvPicPr>
          <p:cNvPr id="2" name="Picture 4" descr="Altair RapidMiner Reviews: 500+ User Reviews and Ratings in 2024 | G2">
            <a:extLst>
              <a:ext uri="{FF2B5EF4-FFF2-40B4-BE49-F238E27FC236}">
                <a16:creationId xmlns:a16="http://schemas.microsoft.com/office/drawing/2014/main" id="{BB7841BA-2F7C-9D6D-7776-BF8B178065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5833" y="1417600"/>
            <a:ext cx="1296087" cy="1299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CB159DE0-9197-EFB2-FB43-93E6B1065C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1700" y="2903394"/>
            <a:ext cx="8520600" cy="1744552"/>
          </a:xfrm>
          <a:prstGeom prst="rect">
            <a:avLst/>
          </a:prstGeom>
        </p:spPr>
      </p:pic>
      <p:sp>
        <p:nvSpPr>
          <p:cNvPr id="3" name="Marcador de Posição do Número do Diapositivo 2">
            <a:extLst>
              <a:ext uri="{FF2B5EF4-FFF2-40B4-BE49-F238E27FC236}">
                <a16:creationId xmlns:a16="http://schemas.microsoft.com/office/drawing/2014/main" id="{FFE30456-C90D-0B9F-B3D2-09AF32158BA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/>
              <a:t>5</a:t>
            </a:fld>
            <a:endParaRPr lang="pt-PT"/>
          </a:p>
        </p:txBody>
      </p:sp>
      <p:cxnSp>
        <p:nvCxnSpPr>
          <p:cNvPr id="8" name="Google Shape;2754;p41">
            <a:extLst>
              <a:ext uri="{FF2B5EF4-FFF2-40B4-BE49-F238E27FC236}">
                <a16:creationId xmlns:a16="http://schemas.microsoft.com/office/drawing/2014/main" id="{165DFD2A-0CB3-3273-934C-9C792D715ACE}"/>
              </a:ext>
            </a:extLst>
          </p:cNvPr>
          <p:cNvCxnSpPr>
            <a:cxnSpLocks/>
            <a:endCxn id="861" idx="0"/>
          </p:cNvCxnSpPr>
          <p:nvPr/>
        </p:nvCxnSpPr>
        <p:spPr>
          <a:xfrm rot="10800000" flipV="1">
            <a:off x="1936205" y="1399682"/>
            <a:ext cx="2457337" cy="245442"/>
          </a:xfrm>
          <a:prstGeom prst="bentConnector2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13" name="Google Shape;2754;p41">
            <a:extLst>
              <a:ext uri="{FF2B5EF4-FFF2-40B4-BE49-F238E27FC236}">
                <a16:creationId xmlns:a16="http://schemas.microsoft.com/office/drawing/2014/main" id="{FE2DB8DE-BB3B-EABF-62E7-525E16F30D01}"/>
              </a:ext>
            </a:extLst>
          </p:cNvPr>
          <p:cNvCxnSpPr>
            <a:cxnSpLocks/>
            <a:stCxn id="865" idx="0"/>
          </p:cNvCxnSpPr>
          <p:nvPr/>
        </p:nvCxnSpPr>
        <p:spPr>
          <a:xfrm rot="16200000" flipV="1">
            <a:off x="5821234" y="328909"/>
            <a:ext cx="251636" cy="2393184"/>
          </a:xfrm>
          <a:prstGeom prst="bentConnector2">
            <a:avLst/>
          </a:prstGeom>
          <a:noFill/>
          <a:ln w="19050" cap="flat" cmpd="sng">
            <a:solidFill>
              <a:srgbClr val="0D7E7C"/>
            </a:solidFill>
            <a:prstDash val="solid"/>
            <a:round/>
            <a:headEnd type="oval" w="med" len="med"/>
            <a:tailEnd type="oval" w="med" len="med"/>
          </a:ln>
        </p:spPr>
      </p:cxnSp>
    </p:spTree>
    <p:extLst>
      <p:ext uri="{BB962C8B-B14F-4D97-AF65-F5344CB8AC3E}">
        <p14:creationId xmlns:p14="http://schemas.microsoft.com/office/powerpoint/2010/main" val="19338805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p19"/>
          <p:cNvSpPr txBox="1"/>
          <p:nvPr/>
        </p:nvSpPr>
        <p:spPr>
          <a:xfrm>
            <a:off x="311700" y="2926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 dirty="0">
                <a:latin typeface="Fira Sans"/>
                <a:ea typeface="Fira Sans"/>
                <a:cs typeface="Fira Sans"/>
                <a:sym typeface="Fira Sans"/>
              </a:rPr>
              <a:t>Análise e Visualização</a:t>
            </a:r>
            <a:endParaRPr sz="2800" b="1" dirty="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" name="Marcador de Posição do Número do Diapositivo 1">
            <a:extLst>
              <a:ext uri="{FF2B5EF4-FFF2-40B4-BE49-F238E27FC236}">
                <a16:creationId xmlns:a16="http://schemas.microsoft.com/office/drawing/2014/main" id="{112D6C1B-380E-C7B2-E549-591FDB447F7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/>
              <a:t>6</a:t>
            </a:fld>
            <a:endParaRPr lang="pt-PT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6BB91852-355E-B9E8-942F-832EA6E446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3200" y="925362"/>
            <a:ext cx="7257600" cy="4041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61226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p19"/>
          <p:cNvSpPr txBox="1"/>
          <p:nvPr/>
        </p:nvSpPr>
        <p:spPr>
          <a:xfrm>
            <a:off x="311700" y="2926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 dirty="0">
                <a:latin typeface="Fira Sans"/>
                <a:ea typeface="Fira Sans"/>
                <a:cs typeface="Fira Sans"/>
                <a:sym typeface="Fira Sans"/>
              </a:rPr>
              <a:t>Análise e Visualização</a:t>
            </a:r>
            <a:endParaRPr sz="2800" b="1" dirty="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pic>
        <p:nvPicPr>
          <p:cNvPr id="3074" name="Picture 2" descr="Uma imagem com texto, captura de ecrã, diagrama, Tipo de letra&#10;&#10;Descrição gerada automaticamente">
            <a:extLst>
              <a:ext uri="{FF2B5EF4-FFF2-40B4-BE49-F238E27FC236}">
                <a16:creationId xmlns:a16="http://schemas.microsoft.com/office/drawing/2014/main" id="{C8873541-F664-A0AC-98A2-47F0862C65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7600" y="923200"/>
            <a:ext cx="6908800" cy="38214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Marcador de Posição do Número do Diapositivo 1">
            <a:extLst>
              <a:ext uri="{FF2B5EF4-FFF2-40B4-BE49-F238E27FC236}">
                <a16:creationId xmlns:a16="http://schemas.microsoft.com/office/drawing/2014/main" id="{6BDE3360-7322-E825-F457-642E419153C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/>
              <a:t>7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541965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18"/>
          <p:cNvSpPr txBox="1"/>
          <p:nvPr/>
        </p:nvSpPr>
        <p:spPr>
          <a:xfrm>
            <a:off x="311700" y="2926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 dirty="0">
                <a:latin typeface="Fira Sans"/>
                <a:ea typeface="Fira Sans"/>
                <a:cs typeface="Fira Sans"/>
                <a:sym typeface="Fira Sans"/>
              </a:rPr>
              <a:t>Insights e análise crítica</a:t>
            </a:r>
            <a:endParaRPr sz="2800" b="1" dirty="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grpSp>
        <p:nvGrpSpPr>
          <p:cNvPr id="461" name="Google Shape;461;p18"/>
          <p:cNvGrpSpPr/>
          <p:nvPr/>
        </p:nvGrpSpPr>
        <p:grpSpPr>
          <a:xfrm>
            <a:off x="513826" y="1588949"/>
            <a:ext cx="2015996" cy="1707927"/>
            <a:chOff x="513826" y="1588949"/>
            <a:chExt cx="2015996" cy="1707927"/>
          </a:xfrm>
        </p:grpSpPr>
        <p:sp>
          <p:nvSpPr>
            <p:cNvPr id="462" name="Google Shape;462;p18"/>
            <p:cNvSpPr/>
            <p:nvPr/>
          </p:nvSpPr>
          <p:spPr>
            <a:xfrm>
              <a:off x="513826" y="1588949"/>
              <a:ext cx="2015996" cy="1707927"/>
            </a:xfrm>
            <a:custGeom>
              <a:avLst/>
              <a:gdLst/>
              <a:ahLst/>
              <a:cxnLst/>
              <a:rect l="l" t="t" r="r" b="b"/>
              <a:pathLst>
                <a:path w="12944" h="10966" extrusionOk="0">
                  <a:moveTo>
                    <a:pt x="5483" y="0"/>
                  </a:moveTo>
                  <a:cubicBezTo>
                    <a:pt x="2456" y="0"/>
                    <a:pt x="0" y="2455"/>
                    <a:pt x="0" y="5484"/>
                  </a:cubicBezTo>
                  <a:cubicBezTo>
                    <a:pt x="0" y="8510"/>
                    <a:pt x="2455" y="10966"/>
                    <a:pt x="5483" y="10966"/>
                  </a:cubicBezTo>
                  <a:cubicBezTo>
                    <a:pt x="7878" y="10966"/>
                    <a:pt x="9912" y="9430"/>
                    <a:pt x="10659" y="7291"/>
                  </a:cubicBezTo>
                  <a:lnTo>
                    <a:pt x="10659" y="7295"/>
                  </a:lnTo>
                  <a:cubicBezTo>
                    <a:pt x="10744" y="7080"/>
                    <a:pt x="10925" y="7059"/>
                    <a:pt x="10980" y="7057"/>
                  </a:cubicBezTo>
                  <a:lnTo>
                    <a:pt x="11648" y="7057"/>
                  </a:lnTo>
                  <a:cubicBezTo>
                    <a:pt x="11840" y="7057"/>
                    <a:pt x="11998" y="6899"/>
                    <a:pt x="11998" y="6707"/>
                  </a:cubicBezTo>
                  <a:lnTo>
                    <a:pt x="11998" y="6669"/>
                  </a:lnTo>
                  <a:cubicBezTo>
                    <a:pt x="11998" y="6476"/>
                    <a:pt x="11839" y="6319"/>
                    <a:pt x="11648" y="6319"/>
                  </a:cubicBezTo>
                  <a:lnTo>
                    <a:pt x="11047" y="6319"/>
                  </a:lnTo>
                  <a:cubicBezTo>
                    <a:pt x="10897" y="6319"/>
                    <a:pt x="10917" y="6215"/>
                    <a:pt x="10917" y="6215"/>
                  </a:cubicBezTo>
                  <a:lnTo>
                    <a:pt x="10917" y="6215"/>
                  </a:lnTo>
                  <a:lnTo>
                    <a:pt x="10914" y="6220"/>
                  </a:lnTo>
                  <a:cubicBezTo>
                    <a:pt x="10923" y="6166"/>
                    <a:pt x="10929" y="6114"/>
                    <a:pt x="10935" y="6060"/>
                  </a:cubicBezTo>
                  <a:lnTo>
                    <a:pt x="10935" y="6062"/>
                  </a:lnTo>
                  <a:cubicBezTo>
                    <a:pt x="10985" y="5878"/>
                    <a:pt x="11165" y="5862"/>
                    <a:pt x="11218" y="5860"/>
                  </a:cubicBezTo>
                  <a:lnTo>
                    <a:pt x="12592" y="5860"/>
                  </a:lnTo>
                  <a:cubicBezTo>
                    <a:pt x="12786" y="5860"/>
                    <a:pt x="12943" y="5704"/>
                    <a:pt x="12943" y="5510"/>
                  </a:cubicBezTo>
                  <a:lnTo>
                    <a:pt x="12943" y="5471"/>
                  </a:lnTo>
                  <a:cubicBezTo>
                    <a:pt x="12943" y="5276"/>
                    <a:pt x="12786" y="5117"/>
                    <a:pt x="12592" y="5117"/>
                  </a:cubicBezTo>
                  <a:lnTo>
                    <a:pt x="11476" y="5117"/>
                  </a:lnTo>
                  <a:cubicBezTo>
                    <a:pt x="11476" y="5117"/>
                    <a:pt x="11476" y="5117"/>
                    <a:pt x="11476" y="5117"/>
                  </a:cubicBezTo>
                  <a:cubicBezTo>
                    <a:pt x="11472" y="5117"/>
                    <a:pt x="11010" y="5116"/>
                    <a:pt x="10901" y="4635"/>
                  </a:cubicBezTo>
                  <a:cubicBezTo>
                    <a:pt x="10494" y="2010"/>
                    <a:pt x="8223" y="0"/>
                    <a:pt x="548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64" name="Google Shape;464;p18"/>
            <p:cNvSpPr txBox="1"/>
            <p:nvPr/>
          </p:nvSpPr>
          <p:spPr>
            <a:xfrm>
              <a:off x="715819" y="2484470"/>
              <a:ext cx="1308900" cy="69522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b="1" dirty="0">
                  <a:solidFill>
                    <a:srgbClr val="FFFFFF"/>
                  </a:solidFill>
                  <a:latin typeface="Fira Sans"/>
                  <a:ea typeface="Fira Sans"/>
                  <a:cs typeface="Fira Sans"/>
                  <a:sym typeface="Fira Sans"/>
                </a:rPr>
                <a:t>Tipo de propriedade</a:t>
              </a:r>
              <a:endParaRPr b="1" dirty="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</p:grpSp>
      <p:sp>
        <p:nvSpPr>
          <p:cNvPr id="466" name="Google Shape;466;p18"/>
          <p:cNvSpPr/>
          <p:nvPr/>
        </p:nvSpPr>
        <p:spPr>
          <a:xfrm>
            <a:off x="2271131" y="2189826"/>
            <a:ext cx="115720" cy="115720"/>
          </a:xfrm>
          <a:custGeom>
            <a:avLst/>
            <a:gdLst/>
            <a:ahLst/>
            <a:cxnLst/>
            <a:rect l="l" t="t" r="r" b="b"/>
            <a:pathLst>
              <a:path w="743" h="743" extrusionOk="0">
                <a:moveTo>
                  <a:pt x="372" y="1"/>
                </a:moveTo>
                <a:cubicBezTo>
                  <a:pt x="168" y="1"/>
                  <a:pt x="1" y="168"/>
                  <a:pt x="1" y="372"/>
                </a:cubicBezTo>
                <a:cubicBezTo>
                  <a:pt x="1" y="578"/>
                  <a:pt x="168" y="743"/>
                  <a:pt x="372" y="743"/>
                </a:cubicBezTo>
                <a:cubicBezTo>
                  <a:pt x="577" y="743"/>
                  <a:pt x="743" y="577"/>
                  <a:pt x="743" y="372"/>
                </a:cubicBezTo>
                <a:cubicBezTo>
                  <a:pt x="743" y="168"/>
                  <a:pt x="577" y="1"/>
                  <a:pt x="372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7" name="Google Shape;467;p18"/>
          <p:cNvSpPr/>
          <p:nvPr/>
        </p:nvSpPr>
        <p:spPr>
          <a:xfrm>
            <a:off x="2442765" y="1588949"/>
            <a:ext cx="2130937" cy="1707771"/>
          </a:xfrm>
          <a:custGeom>
            <a:avLst/>
            <a:gdLst/>
            <a:ahLst/>
            <a:cxnLst/>
            <a:rect l="l" t="t" r="r" b="b"/>
            <a:pathLst>
              <a:path w="13682" h="10965" extrusionOk="0">
                <a:moveTo>
                  <a:pt x="6842" y="0"/>
                </a:moveTo>
                <a:cubicBezTo>
                  <a:pt x="4564" y="0"/>
                  <a:pt x="2612" y="1389"/>
                  <a:pt x="1783" y="3365"/>
                </a:cubicBezTo>
                <a:cubicBezTo>
                  <a:pt x="1565" y="3818"/>
                  <a:pt x="1294" y="3858"/>
                  <a:pt x="1228" y="3860"/>
                </a:cubicBezTo>
                <a:lnTo>
                  <a:pt x="351" y="3860"/>
                </a:lnTo>
                <a:cubicBezTo>
                  <a:pt x="158" y="3860"/>
                  <a:pt x="1" y="4018"/>
                  <a:pt x="1" y="4212"/>
                </a:cubicBezTo>
                <a:lnTo>
                  <a:pt x="1" y="4251"/>
                </a:lnTo>
                <a:cubicBezTo>
                  <a:pt x="1" y="4443"/>
                  <a:pt x="158" y="4601"/>
                  <a:pt x="351" y="4601"/>
                </a:cubicBezTo>
                <a:lnTo>
                  <a:pt x="1149" y="4601"/>
                </a:lnTo>
                <a:cubicBezTo>
                  <a:pt x="1403" y="4606"/>
                  <a:pt x="1398" y="4830"/>
                  <a:pt x="1398" y="4830"/>
                </a:cubicBezTo>
                <a:lnTo>
                  <a:pt x="1401" y="4825"/>
                </a:lnTo>
                <a:lnTo>
                  <a:pt x="1401" y="4825"/>
                </a:lnTo>
                <a:cubicBezTo>
                  <a:pt x="1393" y="4887"/>
                  <a:pt x="1387" y="4951"/>
                  <a:pt x="1382" y="5014"/>
                </a:cubicBezTo>
                <a:lnTo>
                  <a:pt x="1381" y="5010"/>
                </a:lnTo>
                <a:cubicBezTo>
                  <a:pt x="1377" y="5117"/>
                  <a:pt x="1261" y="5137"/>
                  <a:pt x="1261" y="5137"/>
                </a:cubicBezTo>
                <a:lnTo>
                  <a:pt x="1265" y="5137"/>
                </a:lnTo>
                <a:cubicBezTo>
                  <a:pt x="1116" y="5184"/>
                  <a:pt x="1008" y="5322"/>
                  <a:pt x="1008" y="5488"/>
                </a:cubicBezTo>
                <a:cubicBezTo>
                  <a:pt x="1008" y="5665"/>
                  <a:pt x="1131" y="5812"/>
                  <a:pt x="1296" y="5849"/>
                </a:cubicBezTo>
                <a:cubicBezTo>
                  <a:pt x="1376" y="5878"/>
                  <a:pt x="1382" y="5956"/>
                  <a:pt x="1383" y="5971"/>
                </a:cubicBezTo>
                <a:lnTo>
                  <a:pt x="1384" y="5967"/>
                </a:lnTo>
                <a:cubicBezTo>
                  <a:pt x="1389" y="6027"/>
                  <a:pt x="1396" y="6085"/>
                  <a:pt x="1404" y="6146"/>
                </a:cubicBezTo>
                <a:lnTo>
                  <a:pt x="1401" y="6144"/>
                </a:lnTo>
                <a:lnTo>
                  <a:pt x="1401" y="6144"/>
                </a:lnTo>
                <a:cubicBezTo>
                  <a:pt x="1424" y="6318"/>
                  <a:pt x="1230" y="6318"/>
                  <a:pt x="1214" y="6318"/>
                </a:cubicBezTo>
                <a:lnTo>
                  <a:pt x="471" y="6318"/>
                </a:lnTo>
                <a:cubicBezTo>
                  <a:pt x="278" y="6318"/>
                  <a:pt x="120" y="6474"/>
                  <a:pt x="120" y="6668"/>
                </a:cubicBezTo>
                <a:lnTo>
                  <a:pt x="120" y="6706"/>
                </a:lnTo>
                <a:cubicBezTo>
                  <a:pt x="120" y="6899"/>
                  <a:pt x="278" y="7056"/>
                  <a:pt x="471" y="7056"/>
                </a:cubicBezTo>
                <a:lnTo>
                  <a:pt x="1339" y="7056"/>
                </a:lnTo>
                <a:cubicBezTo>
                  <a:pt x="1339" y="7056"/>
                  <a:pt x="1340" y="7056"/>
                  <a:pt x="1342" y="7056"/>
                </a:cubicBezTo>
                <a:cubicBezTo>
                  <a:pt x="1370" y="7056"/>
                  <a:pt x="1582" y="7063"/>
                  <a:pt x="1660" y="7276"/>
                </a:cubicBezTo>
                <a:lnTo>
                  <a:pt x="1660" y="7272"/>
                </a:lnTo>
                <a:cubicBezTo>
                  <a:pt x="2402" y="9421"/>
                  <a:pt x="4442" y="10965"/>
                  <a:pt x="6843" y="10965"/>
                </a:cubicBezTo>
                <a:cubicBezTo>
                  <a:pt x="9247" y="10965"/>
                  <a:pt x="11289" y="9416"/>
                  <a:pt x="12028" y="7264"/>
                </a:cubicBezTo>
                <a:lnTo>
                  <a:pt x="12029" y="7276"/>
                </a:lnTo>
                <a:cubicBezTo>
                  <a:pt x="12109" y="7063"/>
                  <a:pt x="12319" y="7056"/>
                  <a:pt x="12343" y="7056"/>
                </a:cubicBezTo>
                <a:cubicBezTo>
                  <a:pt x="12345" y="7056"/>
                  <a:pt x="12346" y="7056"/>
                  <a:pt x="12346" y="7056"/>
                </a:cubicBezTo>
                <a:lnTo>
                  <a:pt x="13214" y="7056"/>
                </a:lnTo>
                <a:cubicBezTo>
                  <a:pt x="13407" y="7056"/>
                  <a:pt x="13564" y="6898"/>
                  <a:pt x="13564" y="6706"/>
                </a:cubicBezTo>
                <a:lnTo>
                  <a:pt x="13564" y="6668"/>
                </a:lnTo>
                <a:cubicBezTo>
                  <a:pt x="13564" y="6474"/>
                  <a:pt x="13407" y="6318"/>
                  <a:pt x="13214" y="6318"/>
                </a:cubicBezTo>
                <a:lnTo>
                  <a:pt x="12472" y="6318"/>
                </a:lnTo>
                <a:cubicBezTo>
                  <a:pt x="12458" y="6318"/>
                  <a:pt x="12264" y="6318"/>
                  <a:pt x="12286" y="6144"/>
                </a:cubicBezTo>
                <a:lnTo>
                  <a:pt x="12286" y="6144"/>
                </a:lnTo>
                <a:lnTo>
                  <a:pt x="12284" y="6146"/>
                </a:lnTo>
                <a:cubicBezTo>
                  <a:pt x="12290" y="6087"/>
                  <a:pt x="12298" y="6027"/>
                  <a:pt x="12304" y="5967"/>
                </a:cubicBezTo>
                <a:lnTo>
                  <a:pt x="12305" y="5971"/>
                </a:lnTo>
                <a:cubicBezTo>
                  <a:pt x="12306" y="5955"/>
                  <a:pt x="12311" y="5878"/>
                  <a:pt x="12391" y="5849"/>
                </a:cubicBezTo>
                <a:lnTo>
                  <a:pt x="12388" y="5849"/>
                </a:lnTo>
                <a:cubicBezTo>
                  <a:pt x="12554" y="5812"/>
                  <a:pt x="12678" y="5665"/>
                  <a:pt x="12678" y="5489"/>
                </a:cubicBezTo>
                <a:cubicBezTo>
                  <a:pt x="12678" y="5323"/>
                  <a:pt x="12570" y="5184"/>
                  <a:pt x="12419" y="5137"/>
                </a:cubicBezTo>
                <a:lnTo>
                  <a:pt x="12423" y="5137"/>
                </a:lnTo>
                <a:cubicBezTo>
                  <a:pt x="12423" y="5137"/>
                  <a:pt x="12309" y="5117"/>
                  <a:pt x="12305" y="5010"/>
                </a:cubicBezTo>
                <a:lnTo>
                  <a:pt x="12304" y="5013"/>
                </a:lnTo>
                <a:cubicBezTo>
                  <a:pt x="12296" y="4944"/>
                  <a:pt x="12290" y="4877"/>
                  <a:pt x="12281" y="4809"/>
                </a:cubicBezTo>
                <a:lnTo>
                  <a:pt x="12281" y="4809"/>
                </a:lnTo>
                <a:lnTo>
                  <a:pt x="12286" y="4830"/>
                </a:lnTo>
                <a:cubicBezTo>
                  <a:pt x="12286" y="4830"/>
                  <a:pt x="12280" y="4606"/>
                  <a:pt x="12533" y="4601"/>
                </a:cubicBezTo>
                <a:lnTo>
                  <a:pt x="13331" y="4601"/>
                </a:lnTo>
                <a:cubicBezTo>
                  <a:pt x="13524" y="4601"/>
                  <a:pt x="13682" y="4442"/>
                  <a:pt x="13682" y="4251"/>
                </a:cubicBezTo>
                <a:lnTo>
                  <a:pt x="13682" y="4212"/>
                </a:lnTo>
                <a:cubicBezTo>
                  <a:pt x="13682" y="4018"/>
                  <a:pt x="13524" y="3860"/>
                  <a:pt x="13332" y="3860"/>
                </a:cubicBezTo>
                <a:lnTo>
                  <a:pt x="12455" y="3860"/>
                </a:lnTo>
                <a:cubicBezTo>
                  <a:pt x="12388" y="3858"/>
                  <a:pt x="12121" y="3818"/>
                  <a:pt x="11901" y="3365"/>
                </a:cubicBezTo>
                <a:lnTo>
                  <a:pt x="11900" y="3367"/>
                </a:lnTo>
                <a:cubicBezTo>
                  <a:pt x="11073" y="1389"/>
                  <a:pt x="9119" y="0"/>
                  <a:pt x="684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69" name="Google Shape;469;p18"/>
          <p:cNvSpPr txBox="1"/>
          <p:nvPr/>
        </p:nvSpPr>
        <p:spPr>
          <a:xfrm>
            <a:off x="2860717" y="2496760"/>
            <a:ext cx="1308900" cy="610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b="1" dirty="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Agência com mais serviços</a:t>
            </a:r>
            <a:endParaRPr b="1" dirty="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70" name="Google Shape;470;p18"/>
          <p:cNvSpPr txBox="1"/>
          <p:nvPr/>
        </p:nvSpPr>
        <p:spPr>
          <a:xfrm>
            <a:off x="533489" y="3580429"/>
            <a:ext cx="1648200" cy="8533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pt-PT" sz="120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82% das propriedades são privadas</a:t>
            </a:r>
            <a:endParaRPr sz="1200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1" name="Google Shape;471;p18"/>
          <p:cNvSpPr txBox="1"/>
          <p:nvPr/>
        </p:nvSpPr>
        <p:spPr>
          <a:xfrm>
            <a:off x="2675199" y="3580430"/>
            <a:ext cx="1648200" cy="778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 agência “</a:t>
            </a:r>
            <a:r>
              <a:rPr lang="pt-PT" sz="1200" i="1" dirty="0" err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Kindred</a:t>
            </a:r>
            <a:r>
              <a:rPr lang="pt-PT" sz="1200" i="1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pt-PT" sz="1200" i="1" dirty="0" err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At</a:t>
            </a:r>
            <a:r>
              <a:rPr lang="pt-PT" sz="1200" i="1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pt-PT" sz="1200" i="1" dirty="0" err="1">
                <a:latin typeface="Roboto"/>
                <a:ea typeface="Roboto"/>
                <a:cs typeface="Roboto"/>
                <a:sym typeface="Roboto"/>
              </a:rPr>
              <a:t>Ho</a:t>
            </a:r>
            <a:r>
              <a:rPr lang="pt-PT" sz="1200" i="1" dirty="0" err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me</a:t>
            </a:r>
            <a:r>
              <a:rPr lang="pt-PT" sz="120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” é a agência com mais serviços</a:t>
            </a:r>
            <a:endParaRPr sz="1200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endParaRPr sz="1200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472" name="Google Shape;472;p18"/>
          <p:cNvGrpSpPr/>
          <p:nvPr/>
        </p:nvGrpSpPr>
        <p:grpSpPr>
          <a:xfrm>
            <a:off x="4486646" y="1588949"/>
            <a:ext cx="2323908" cy="1707616"/>
            <a:chOff x="4486646" y="1588949"/>
            <a:chExt cx="2323908" cy="1707616"/>
          </a:xfrm>
        </p:grpSpPr>
        <p:sp>
          <p:nvSpPr>
            <p:cNvPr id="473" name="Google Shape;473;p18"/>
            <p:cNvSpPr/>
            <p:nvPr/>
          </p:nvSpPr>
          <p:spPr>
            <a:xfrm>
              <a:off x="4486646" y="1588949"/>
              <a:ext cx="2323908" cy="1707616"/>
            </a:xfrm>
            <a:custGeom>
              <a:avLst/>
              <a:gdLst/>
              <a:ahLst/>
              <a:cxnLst/>
              <a:rect l="l" t="t" r="r" b="b"/>
              <a:pathLst>
                <a:path w="14921" h="10964" extrusionOk="0">
                  <a:moveTo>
                    <a:pt x="7460" y="0"/>
                  </a:moveTo>
                  <a:cubicBezTo>
                    <a:pt x="4721" y="0"/>
                    <a:pt x="2451" y="2010"/>
                    <a:pt x="2042" y="4635"/>
                  </a:cubicBezTo>
                  <a:cubicBezTo>
                    <a:pt x="1933" y="5117"/>
                    <a:pt x="1467" y="5117"/>
                    <a:pt x="1467" y="5117"/>
                  </a:cubicBezTo>
                  <a:lnTo>
                    <a:pt x="350" y="5117"/>
                  </a:lnTo>
                  <a:cubicBezTo>
                    <a:pt x="158" y="5117"/>
                    <a:pt x="0" y="5275"/>
                    <a:pt x="0" y="5468"/>
                  </a:cubicBezTo>
                  <a:lnTo>
                    <a:pt x="0" y="5506"/>
                  </a:lnTo>
                  <a:cubicBezTo>
                    <a:pt x="0" y="5700"/>
                    <a:pt x="158" y="5857"/>
                    <a:pt x="350" y="5857"/>
                  </a:cubicBezTo>
                  <a:lnTo>
                    <a:pt x="1725" y="5857"/>
                  </a:lnTo>
                  <a:cubicBezTo>
                    <a:pt x="1776" y="5858"/>
                    <a:pt x="1959" y="5874"/>
                    <a:pt x="2007" y="6058"/>
                  </a:cubicBezTo>
                  <a:cubicBezTo>
                    <a:pt x="2012" y="6111"/>
                    <a:pt x="2020" y="6164"/>
                    <a:pt x="2027" y="6216"/>
                  </a:cubicBezTo>
                  <a:lnTo>
                    <a:pt x="2026" y="6211"/>
                  </a:lnTo>
                  <a:lnTo>
                    <a:pt x="2026" y="6211"/>
                  </a:lnTo>
                  <a:cubicBezTo>
                    <a:pt x="2026" y="6212"/>
                    <a:pt x="2046" y="6315"/>
                    <a:pt x="1895" y="6315"/>
                  </a:cubicBezTo>
                  <a:lnTo>
                    <a:pt x="1295" y="6315"/>
                  </a:lnTo>
                  <a:cubicBezTo>
                    <a:pt x="1102" y="6315"/>
                    <a:pt x="946" y="6472"/>
                    <a:pt x="946" y="6665"/>
                  </a:cubicBezTo>
                  <a:lnTo>
                    <a:pt x="946" y="6703"/>
                  </a:lnTo>
                  <a:cubicBezTo>
                    <a:pt x="946" y="6897"/>
                    <a:pt x="1102" y="7054"/>
                    <a:pt x="1295" y="7054"/>
                  </a:cubicBezTo>
                  <a:lnTo>
                    <a:pt x="1964" y="7054"/>
                  </a:lnTo>
                  <a:cubicBezTo>
                    <a:pt x="2018" y="7055"/>
                    <a:pt x="2200" y="7075"/>
                    <a:pt x="2284" y="7291"/>
                  </a:cubicBezTo>
                  <a:lnTo>
                    <a:pt x="2284" y="7288"/>
                  </a:lnTo>
                  <a:cubicBezTo>
                    <a:pt x="3031" y="9427"/>
                    <a:pt x="5066" y="10964"/>
                    <a:pt x="7460" y="10964"/>
                  </a:cubicBezTo>
                  <a:cubicBezTo>
                    <a:pt x="9854" y="10964"/>
                    <a:pt x="11890" y="9427"/>
                    <a:pt x="12636" y="7288"/>
                  </a:cubicBezTo>
                  <a:lnTo>
                    <a:pt x="12636" y="7292"/>
                  </a:lnTo>
                  <a:cubicBezTo>
                    <a:pt x="12720" y="7077"/>
                    <a:pt x="12903" y="7056"/>
                    <a:pt x="12958" y="7055"/>
                  </a:cubicBezTo>
                  <a:lnTo>
                    <a:pt x="13625" y="7055"/>
                  </a:lnTo>
                  <a:cubicBezTo>
                    <a:pt x="13818" y="7055"/>
                    <a:pt x="13976" y="6897"/>
                    <a:pt x="13976" y="6704"/>
                  </a:cubicBezTo>
                  <a:lnTo>
                    <a:pt x="13976" y="6666"/>
                  </a:lnTo>
                  <a:cubicBezTo>
                    <a:pt x="13976" y="6473"/>
                    <a:pt x="13818" y="6316"/>
                    <a:pt x="13625" y="6316"/>
                  </a:cubicBezTo>
                  <a:lnTo>
                    <a:pt x="13025" y="6316"/>
                  </a:lnTo>
                  <a:cubicBezTo>
                    <a:pt x="12874" y="6316"/>
                    <a:pt x="12894" y="6212"/>
                    <a:pt x="12894" y="6212"/>
                  </a:cubicBezTo>
                  <a:lnTo>
                    <a:pt x="12894" y="6212"/>
                  </a:lnTo>
                  <a:lnTo>
                    <a:pt x="12892" y="6217"/>
                  </a:lnTo>
                  <a:cubicBezTo>
                    <a:pt x="12899" y="6163"/>
                    <a:pt x="12907" y="6110"/>
                    <a:pt x="12912" y="6055"/>
                  </a:cubicBezTo>
                  <a:lnTo>
                    <a:pt x="12913" y="6059"/>
                  </a:lnTo>
                  <a:cubicBezTo>
                    <a:pt x="12963" y="5875"/>
                    <a:pt x="13143" y="5859"/>
                    <a:pt x="13195" y="5858"/>
                  </a:cubicBezTo>
                  <a:lnTo>
                    <a:pt x="14570" y="5858"/>
                  </a:lnTo>
                  <a:cubicBezTo>
                    <a:pt x="14764" y="5858"/>
                    <a:pt x="14920" y="5701"/>
                    <a:pt x="14920" y="5507"/>
                  </a:cubicBezTo>
                  <a:lnTo>
                    <a:pt x="14920" y="5469"/>
                  </a:lnTo>
                  <a:cubicBezTo>
                    <a:pt x="14920" y="5276"/>
                    <a:pt x="14764" y="5117"/>
                    <a:pt x="14570" y="5117"/>
                  </a:cubicBezTo>
                  <a:lnTo>
                    <a:pt x="13454" y="5117"/>
                  </a:lnTo>
                  <a:cubicBezTo>
                    <a:pt x="13454" y="5117"/>
                    <a:pt x="13454" y="5117"/>
                    <a:pt x="13454" y="5117"/>
                  </a:cubicBezTo>
                  <a:cubicBezTo>
                    <a:pt x="13450" y="5117"/>
                    <a:pt x="12988" y="5116"/>
                    <a:pt x="12878" y="4635"/>
                  </a:cubicBezTo>
                  <a:cubicBezTo>
                    <a:pt x="12472" y="2010"/>
                    <a:pt x="10201" y="0"/>
                    <a:pt x="746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74" name="Google Shape;474;p18"/>
            <p:cNvSpPr/>
            <p:nvPr/>
          </p:nvSpPr>
          <p:spPr>
            <a:xfrm>
              <a:off x="4629467" y="2189826"/>
              <a:ext cx="115565" cy="115720"/>
            </a:xfrm>
            <a:custGeom>
              <a:avLst/>
              <a:gdLst/>
              <a:ahLst/>
              <a:cxnLst/>
              <a:rect l="l" t="t" r="r" b="b"/>
              <a:pathLst>
                <a:path w="742" h="743" extrusionOk="0">
                  <a:moveTo>
                    <a:pt x="371" y="1"/>
                  </a:moveTo>
                  <a:cubicBezTo>
                    <a:pt x="167" y="1"/>
                    <a:pt x="1" y="168"/>
                    <a:pt x="1" y="372"/>
                  </a:cubicBezTo>
                  <a:cubicBezTo>
                    <a:pt x="1" y="578"/>
                    <a:pt x="167" y="743"/>
                    <a:pt x="371" y="743"/>
                  </a:cubicBezTo>
                  <a:cubicBezTo>
                    <a:pt x="576" y="743"/>
                    <a:pt x="742" y="577"/>
                    <a:pt x="742" y="372"/>
                  </a:cubicBezTo>
                  <a:cubicBezTo>
                    <a:pt x="742" y="168"/>
                    <a:pt x="576" y="1"/>
                    <a:pt x="37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18"/>
            <p:cNvSpPr txBox="1"/>
            <p:nvPr/>
          </p:nvSpPr>
          <p:spPr>
            <a:xfrm>
              <a:off x="5010202" y="2518483"/>
              <a:ext cx="1308900" cy="54866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b="1" dirty="0">
                  <a:solidFill>
                    <a:srgbClr val="FFFFFF"/>
                  </a:solidFill>
                  <a:latin typeface="Fira Sans"/>
                  <a:ea typeface="Fira Sans"/>
                  <a:cs typeface="Fira Sans"/>
                  <a:sym typeface="Fira Sans"/>
                </a:rPr>
                <a:t>Rating das agências</a:t>
              </a:r>
              <a:endParaRPr b="1" dirty="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</p:grpSp>
      <p:sp>
        <p:nvSpPr>
          <p:cNvPr id="478" name="Google Shape;478;p18"/>
          <p:cNvSpPr txBox="1"/>
          <p:nvPr/>
        </p:nvSpPr>
        <p:spPr>
          <a:xfrm>
            <a:off x="4867476" y="3580430"/>
            <a:ext cx="1648200" cy="778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200" dirty="0">
                <a:latin typeface="Roboto"/>
                <a:ea typeface="Roboto"/>
                <a:cs typeface="Roboto"/>
                <a:sym typeface="Roboto"/>
              </a:rPr>
              <a:t>Apenas 5,68</a:t>
            </a:r>
            <a:r>
              <a:rPr lang="en" sz="120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% das agências apresenta um rating de </a:t>
            </a:r>
            <a:r>
              <a:rPr lang="en" sz="1200" dirty="0">
                <a:latin typeface="Roboto"/>
                <a:ea typeface="Roboto"/>
                <a:cs typeface="Roboto"/>
                <a:sym typeface="Roboto"/>
              </a:rPr>
              <a:t>5</a:t>
            </a:r>
            <a:endParaRPr sz="1200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0" name="Google Shape;480;p18"/>
          <p:cNvSpPr/>
          <p:nvPr/>
        </p:nvSpPr>
        <p:spPr>
          <a:xfrm>
            <a:off x="6723187" y="1588949"/>
            <a:ext cx="1919744" cy="1707771"/>
          </a:xfrm>
          <a:custGeom>
            <a:avLst/>
            <a:gdLst/>
            <a:ahLst/>
            <a:cxnLst/>
            <a:rect l="l" t="t" r="r" b="b"/>
            <a:pathLst>
              <a:path w="12326" h="10965" extrusionOk="0">
                <a:moveTo>
                  <a:pt x="6843" y="0"/>
                </a:moveTo>
                <a:cubicBezTo>
                  <a:pt x="4566" y="0"/>
                  <a:pt x="2614" y="1389"/>
                  <a:pt x="1785" y="3366"/>
                </a:cubicBezTo>
                <a:cubicBezTo>
                  <a:pt x="1566" y="3818"/>
                  <a:pt x="1296" y="3858"/>
                  <a:pt x="1228" y="3860"/>
                </a:cubicBezTo>
                <a:lnTo>
                  <a:pt x="350" y="3860"/>
                </a:lnTo>
                <a:cubicBezTo>
                  <a:pt x="158" y="3860"/>
                  <a:pt x="1" y="4018"/>
                  <a:pt x="1" y="4212"/>
                </a:cubicBezTo>
                <a:lnTo>
                  <a:pt x="1" y="4251"/>
                </a:lnTo>
                <a:cubicBezTo>
                  <a:pt x="1" y="4443"/>
                  <a:pt x="158" y="4601"/>
                  <a:pt x="350" y="4601"/>
                </a:cubicBezTo>
                <a:lnTo>
                  <a:pt x="1149" y="4601"/>
                </a:lnTo>
                <a:cubicBezTo>
                  <a:pt x="1402" y="4606"/>
                  <a:pt x="1398" y="4830"/>
                  <a:pt x="1398" y="4830"/>
                </a:cubicBezTo>
                <a:lnTo>
                  <a:pt x="1401" y="4825"/>
                </a:lnTo>
                <a:lnTo>
                  <a:pt x="1401" y="4825"/>
                </a:lnTo>
                <a:cubicBezTo>
                  <a:pt x="1393" y="4887"/>
                  <a:pt x="1387" y="4952"/>
                  <a:pt x="1382" y="5014"/>
                </a:cubicBezTo>
                <a:lnTo>
                  <a:pt x="1381" y="5010"/>
                </a:lnTo>
                <a:cubicBezTo>
                  <a:pt x="1377" y="5117"/>
                  <a:pt x="1261" y="5137"/>
                  <a:pt x="1261" y="5137"/>
                </a:cubicBezTo>
                <a:lnTo>
                  <a:pt x="1265" y="5137"/>
                </a:lnTo>
                <a:cubicBezTo>
                  <a:pt x="1116" y="5184"/>
                  <a:pt x="1007" y="5322"/>
                  <a:pt x="1007" y="5489"/>
                </a:cubicBezTo>
                <a:cubicBezTo>
                  <a:pt x="1007" y="5665"/>
                  <a:pt x="1131" y="5812"/>
                  <a:pt x="1296" y="5849"/>
                </a:cubicBezTo>
                <a:lnTo>
                  <a:pt x="1295" y="5849"/>
                </a:lnTo>
                <a:cubicBezTo>
                  <a:pt x="1374" y="5878"/>
                  <a:pt x="1381" y="5956"/>
                  <a:pt x="1382" y="5971"/>
                </a:cubicBezTo>
                <a:lnTo>
                  <a:pt x="1383" y="5967"/>
                </a:lnTo>
                <a:cubicBezTo>
                  <a:pt x="1388" y="6027"/>
                  <a:pt x="1394" y="6085"/>
                  <a:pt x="1402" y="6146"/>
                </a:cubicBezTo>
                <a:lnTo>
                  <a:pt x="1399" y="6144"/>
                </a:lnTo>
                <a:lnTo>
                  <a:pt x="1399" y="6144"/>
                </a:lnTo>
                <a:cubicBezTo>
                  <a:pt x="1423" y="6318"/>
                  <a:pt x="1228" y="6318"/>
                  <a:pt x="1213" y="6318"/>
                </a:cubicBezTo>
                <a:lnTo>
                  <a:pt x="469" y="6318"/>
                </a:lnTo>
                <a:cubicBezTo>
                  <a:pt x="277" y="6318"/>
                  <a:pt x="119" y="6474"/>
                  <a:pt x="119" y="6668"/>
                </a:cubicBezTo>
                <a:lnTo>
                  <a:pt x="119" y="6706"/>
                </a:lnTo>
                <a:cubicBezTo>
                  <a:pt x="119" y="6899"/>
                  <a:pt x="278" y="7056"/>
                  <a:pt x="469" y="7056"/>
                </a:cubicBezTo>
                <a:lnTo>
                  <a:pt x="1338" y="7056"/>
                </a:lnTo>
                <a:cubicBezTo>
                  <a:pt x="1338" y="7056"/>
                  <a:pt x="1339" y="7056"/>
                  <a:pt x="1340" y="7056"/>
                </a:cubicBezTo>
                <a:cubicBezTo>
                  <a:pt x="1365" y="7056"/>
                  <a:pt x="1579" y="7063"/>
                  <a:pt x="1659" y="7276"/>
                </a:cubicBezTo>
                <a:lnTo>
                  <a:pt x="1659" y="7272"/>
                </a:lnTo>
                <a:cubicBezTo>
                  <a:pt x="2401" y="9421"/>
                  <a:pt x="4441" y="10965"/>
                  <a:pt x="6842" y="10965"/>
                </a:cubicBezTo>
                <a:cubicBezTo>
                  <a:pt x="9869" y="10965"/>
                  <a:pt x="12325" y="8510"/>
                  <a:pt x="12325" y="5482"/>
                </a:cubicBezTo>
                <a:cubicBezTo>
                  <a:pt x="12326" y="2455"/>
                  <a:pt x="9871" y="0"/>
                  <a:pt x="6843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81" name="Google Shape;481;p18"/>
          <p:cNvSpPr/>
          <p:nvPr/>
        </p:nvSpPr>
        <p:spPr>
          <a:xfrm>
            <a:off x="6552020" y="2189826"/>
            <a:ext cx="115720" cy="115720"/>
          </a:xfrm>
          <a:custGeom>
            <a:avLst/>
            <a:gdLst/>
            <a:ahLst/>
            <a:cxnLst/>
            <a:rect l="l" t="t" r="r" b="b"/>
            <a:pathLst>
              <a:path w="743" h="743" extrusionOk="0">
                <a:moveTo>
                  <a:pt x="372" y="1"/>
                </a:moveTo>
                <a:cubicBezTo>
                  <a:pt x="167" y="1"/>
                  <a:pt x="1" y="168"/>
                  <a:pt x="1" y="372"/>
                </a:cubicBezTo>
                <a:cubicBezTo>
                  <a:pt x="1" y="578"/>
                  <a:pt x="167" y="743"/>
                  <a:pt x="372" y="743"/>
                </a:cubicBezTo>
                <a:cubicBezTo>
                  <a:pt x="577" y="743"/>
                  <a:pt x="742" y="577"/>
                  <a:pt x="742" y="372"/>
                </a:cubicBezTo>
                <a:cubicBezTo>
                  <a:pt x="742" y="168"/>
                  <a:pt x="577" y="1"/>
                  <a:pt x="372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08" name="Agrupar 507">
            <a:extLst>
              <a:ext uri="{FF2B5EF4-FFF2-40B4-BE49-F238E27FC236}">
                <a16:creationId xmlns:a16="http://schemas.microsoft.com/office/drawing/2014/main" id="{E8AC56C0-25A6-39C2-915B-B45E79A7F1FE}"/>
              </a:ext>
            </a:extLst>
          </p:cNvPr>
          <p:cNvGrpSpPr/>
          <p:nvPr/>
        </p:nvGrpSpPr>
        <p:grpSpPr>
          <a:xfrm>
            <a:off x="5430252" y="1906074"/>
            <a:ext cx="468800" cy="591373"/>
            <a:chOff x="7552078" y="1936735"/>
            <a:chExt cx="468800" cy="591373"/>
          </a:xfrm>
        </p:grpSpPr>
        <p:sp>
          <p:nvSpPr>
            <p:cNvPr id="482" name="Google Shape;482;p18"/>
            <p:cNvSpPr/>
            <p:nvPr/>
          </p:nvSpPr>
          <p:spPr>
            <a:xfrm>
              <a:off x="7552078" y="1936735"/>
              <a:ext cx="468800" cy="591373"/>
            </a:xfrm>
            <a:custGeom>
              <a:avLst/>
              <a:gdLst/>
              <a:ahLst/>
              <a:cxnLst/>
              <a:rect l="l" t="t" r="r" b="b"/>
              <a:pathLst>
                <a:path w="3010" h="3797" extrusionOk="0">
                  <a:moveTo>
                    <a:pt x="2154" y="106"/>
                  </a:moveTo>
                  <a:lnTo>
                    <a:pt x="2154" y="644"/>
                  </a:lnTo>
                  <a:lnTo>
                    <a:pt x="858" y="644"/>
                  </a:lnTo>
                  <a:lnTo>
                    <a:pt x="858" y="106"/>
                  </a:lnTo>
                  <a:close/>
                  <a:moveTo>
                    <a:pt x="2905" y="420"/>
                  </a:moveTo>
                  <a:lnTo>
                    <a:pt x="2905" y="3689"/>
                  </a:lnTo>
                  <a:lnTo>
                    <a:pt x="108" y="3689"/>
                  </a:lnTo>
                  <a:lnTo>
                    <a:pt x="108" y="420"/>
                  </a:lnTo>
                  <a:lnTo>
                    <a:pt x="751" y="420"/>
                  </a:lnTo>
                  <a:lnTo>
                    <a:pt x="751" y="698"/>
                  </a:lnTo>
                  <a:cubicBezTo>
                    <a:pt x="751" y="726"/>
                    <a:pt x="775" y="751"/>
                    <a:pt x="804" y="751"/>
                  </a:cubicBezTo>
                  <a:lnTo>
                    <a:pt x="2208" y="751"/>
                  </a:lnTo>
                  <a:cubicBezTo>
                    <a:pt x="2237" y="751"/>
                    <a:pt x="2261" y="726"/>
                    <a:pt x="2261" y="698"/>
                  </a:cubicBezTo>
                  <a:lnTo>
                    <a:pt x="2261" y="420"/>
                  </a:lnTo>
                  <a:close/>
                  <a:moveTo>
                    <a:pt x="804" y="0"/>
                  </a:moveTo>
                  <a:cubicBezTo>
                    <a:pt x="776" y="0"/>
                    <a:pt x="751" y="25"/>
                    <a:pt x="751" y="54"/>
                  </a:cubicBezTo>
                  <a:lnTo>
                    <a:pt x="751" y="314"/>
                  </a:lnTo>
                  <a:lnTo>
                    <a:pt x="53" y="314"/>
                  </a:lnTo>
                  <a:cubicBezTo>
                    <a:pt x="25" y="314"/>
                    <a:pt x="0" y="338"/>
                    <a:pt x="0" y="367"/>
                  </a:cubicBezTo>
                  <a:lnTo>
                    <a:pt x="0" y="3743"/>
                  </a:lnTo>
                  <a:cubicBezTo>
                    <a:pt x="0" y="3773"/>
                    <a:pt x="25" y="3796"/>
                    <a:pt x="53" y="3796"/>
                  </a:cubicBezTo>
                  <a:lnTo>
                    <a:pt x="2956" y="3796"/>
                  </a:lnTo>
                  <a:cubicBezTo>
                    <a:pt x="2985" y="3796"/>
                    <a:pt x="3009" y="3773"/>
                    <a:pt x="3009" y="3743"/>
                  </a:cubicBezTo>
                  <a:lnTo>
                    <a:pt x="3009" y="367"/>
                  </a:lnTo>
                  <a:cubicBezTo>
                    <a:pt x="3009" y="338"/>
                    <a:pt x="2987" y="314"/>
                    <a:pt x="2957" y="314"/>
                  </a:cubicBezTo>
                  <a:lnTo>
                    <a:pt x="2261" y="314"/>
                  </a:lnTo>
                  <a:lnTo>
                    <a:pt x="2261" y="54"/>
                  </a:lnTo>
                  <a:cubicBezTo>
                    <a:pt x="2261" y="25"/>
                    <a:pt x="2237" y="0"/>
                    <a:pt x="220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18"/>
            <p:cNvSpPr/>
            <p:nvPr/>
          </p:nvSpPr>
          <p:spPr>
            <a:xfrm>
              <a:off x="7616090" y="2074417"/>
              <a:ext cx="340931" cy="389524"/>
            </a:xfrm>
            <a:custGeom>
              <a:avLst/>
              <a:gdLst/>
              <a:ahLst/>
              <a:cxnLst/>
              <a:rect l="l" t="t" r="r" b="b"/>
              <a:pathLst>
                <a:path w="2189" h="2501" extrusionOk="0">
                  <a:moveTo>
                    <a:pt x="55" y="0"/>
                  </a:moveTo>
                  <a:cubicBezTo>
                    <a:pt x="25" y="0"/>
                    <a:pt x="0" y="25"/>
                    <a:pt x="0" y="54"/>
                  </a:cubicBezTo>
                  <a:lnTo>
                    <a:pt x="0" y="2446"/>
                  </a:lnTo>
                  <a:cubicBezTo>
                    <a:pt x="0" y="2476"/>
                    <a:pt x="25" y="2501"/>
                    <a:pt x="55" y="2501"/>
                  </a:cubicBezTo>
                  <a:lnTo>
                    <a:pt x="2135" y="2501"/>
                  </a:lnTo>
                  <a:cubicBezTo>
                    <a:pt x="2164" y="2501"/>
                    <a:pt x="2188" y="2476"/>
                    <a:pt x="2188" y="2446"/>
                  </a:cubicBezTo>
                  <a:lnTo>
                    <a:pt x="2188" y="54"/>
                  </a:lnTo>
                  <a:cubicBezTo>
                    <a:pt x="2188" y="25"/>
                    <a:pt x="2164" y="0"/>
                    <a:pt x="2135" y="0"/>
                  </a:cubicBezTo>
                  <a:cubicBezTo>
                    <a:pt x="2105" y="0"/>
                    <a:pt x="2082" y="25"/>
                    <a:pt x="2082" y="54"/>
                  </a:cubicBezTo>
                  <a:lnTo>
                    <a:pt x="2082" y="2393"/>
                  </a:lnTo>
                  <a:lnTo>
                    <a:pt x="109" y="2393"/>
                  </a:lnTo>
                  <a:lnTo>
                    <a:pt x="109" y="54"/>
                  </a:lnTo>
                  <a:cubicBezTo>
                    <a:pt x="109" y="25"/>
                    <a:pt x="84" y="0"/>
                    <a:pt x="5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18"/>
            <p:cNvSpPr/>
            <p:nvPr/>
          </p:nvSpPr>
          <p:spPr>
            <a:xfrm>
              <a:off x="7669200" y="2144348"/>
              <a:ext cx="235023" cy="16821"/>
            </a:xfrm>
            <a:custGeom>
              <a:avLst/>
              <a:gdLst/>
              <a:ahLst/>
              <a:cxnLst/>
              <a:rect l="l" t="t" r="r" b="b"/>
              <a:pathLst>
                <a:path w="1509" h="108" extrusionOk="0">
                  <a:moveTo>
                    <a:pt x="54" y="0"/>
                  </a:moveTo>
                  <a:cubicBezTo>
                    <a:pt x="25" y="0"/>
                    <a:pt x="0" y="25"/>
                    <a:pt x="0" y="53"/>
                  </a:cubicBezTo>
                  <a:cubicBezTo>
                    <a:pt x="0" y="84"/>
                    <a:pt x="25" y="108"/>
                    <a:pt x="54" y="108"/>
                  </a:cubicBezTo>
                  <a:lnTo>
                    <a:pt x="1454" y="108"/>
                  </a:lnTo>
                  <a:cubicBezTo>
                    <a:pt x="1484" y="108"/>
                    <a:pt x="1508" y="83"/>
                    <a:pt x="1508" y="53"/>
                  </a:cubicBezTo>
                  <a:cubicBezTo>
                    <a:pt x="1508" y="25"/>
                    <a:pt x="1484" y="0"/>
                    <a:pt x="145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18"/>
            <p:cNvSpPr/>
            <p:nvPr/>
          </p:nvSpPr>
          <p:spPr>
            <a:xfrm>
              <a:off x="7669200" y="2244650"/>
              <a:ext cx="235023" cy="16976"/>
            </a:xfrm>
            <a:custGeom>
              <a:avLst/>
              <a:gdLst/>
              <a:ahLst/>
              <a:cxnLst/>
              <a:rect l="l" t="t" r="r" b="b"/>
              <a:pathLst>
                <a:path w="1509" h="109" extrusionOk="0">
                  <a:moveTo>
                    <a:pt x="54" y="1"/>
                  </a:moveTo>
                  <a:cubicBezTo>
                    <a:pt x="25" y="1"/>
                    <a:pt x="0" y="24"/>
                    <a:pt x="0" y="54"/>
                  </a:cubicBezTo>
                  <a:cubicBezTo>
                    <a:pt x="0" y="84"/>
                    <a:pt x="25" y="108"/>
                    <a:pt x="54" y="108"/>
                  </a:cubicBezTo>
                  <a:lnTo>
                    <a:pt x="1454" y="108"/>
                  </a:lnTo>
                  <a:cubicBezTo>
                    <a:pt x="1484" y="108"/>
                    <a:pt x="1508" y="84"/>
                    <a:pt x="1508" y="54"/>
                  </a:cubicBezTo>
                  <a:cubicBezTo>
                    <a:pt x="1508" y="25"/>
                    <a:pt x="1484" y="1"/>
                    <a:pt x="145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18"/>
            <p:cNvSpPr/>
            <p:nvPr/>
          </p:nvSpPr>
          <p:spPr>
            <a:xfrm>
              <a:off x="7669200" y="2345108"/>
              <a:ext cx="235023" cy="16821"/>
            </a:xfrm>
            <a:custGeom>
              <a:avLst/>
              <a:gdLst/>
              <a:ahLst/>
              <a:cxnLst/>
              <a:rect l="l" t="t" r="r" b="b"/>
              <a:pathLst>
                <a:path w="1509" h="108" extrusionOk="0">
                  <a:moveTo>
                    <a:pt x="54" y="0"/>
                  </a:moveTo>
                  <a:cubicBezTo>
                    <a:pt x="25" y="0"/>
                    <a:pt x="0" y="24"/>
                    <a:pt x="0" y="54"/>
                  </a:cubicBezTo>
                  <a:cubicBezTo>
                    <a:pt x="0" y="83"/>
                    <a:pt x="25" y="108"/>
                    <a:pt x="54" y="108"/>
                  </a:cubicBezTo>
                  <a:lnTo>
                    <a:pt x="1454" y="108"/>
                  </a:lnTo>
                  <a:cubicBezTo>
                    <a:pt x="1484" y="108"/>
                    <a:pt x="1508" y="83"/>
                    <a:pt x="1508" y="54"/>
                  </a:cubicBezTo>
                  <a:cubicBezTo>
                    <a:pt x="1508" y="24"/>
                    <a:pt x="1484" y="0"/>
                    <a:pt x="145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87" name="Google Shape;487;p18"/>
          <p:cNvSpPr txBox="1"/>
          <p:nvPr/>
        </p:nvSpPr>
        <p:spPr>
          <a:xfrm>
            <a:off x="6962601" y="2358635"/>
            <a:ext cx="1719625" cy="9379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b="1" dirty="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Evolução temporal do número de agências</a:t>
            </a:r>
            <a:endParaRPr b="1" dirty="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88" name="Google Shape;488;p18"/>
          <p:cNvSpPr txBox="1"/>
          <p:nvPr/>
        </p:nvSpPr>
        <p:spPr>
          <a:xfrm>
            <a:off x="6962601" y="3580429"/>
            <a:ext cx="1648200" cy="7782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pt-PT" sz="120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No ano de 1966 existiu um pico de agências certificadas</a:t>
            </a:r>
            <a:endParaRPr sz="1200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" name="Marcador de Posição do Número do Diapositivo 1">
            <a:extLst>
              <a:ext uri="{FF2B5EF4-FFF2-40B4-BE49-F238E27FC236}">
                <a16:creationId xmlns:a16="http://schemas.microsoft.com/office/drawing/2014/main" id="{5DFAF562-ABB0-E3B3-A752-122599FB1CC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/>
              <a:t>8</a:t>
            </a:fld>
            <a:endParaRPr lang="pt-PT"/>
          </a:p>
        </p:txBody>
      </p:sp>
      <p:grpSp>
        <p:nvGrpSpPr>
          <p:cNvPr id="505" name="Agrupar 504">
            <a:extLst>
              <a:ext uri="{FF2B5EF4-FFF2-40B4-BE49-F238E27FC236}">
                <a16:creationId xmlns:a16="http://schemas.microsoft.com/office/drawing/2014/main" id="{3F362162-1C01-5593-BDFB-09FBA4526E53}"/>
              </a:ext>
            </a:extLst>
          </p:cNvPr>
          <p:cNvGrpSpPr/>
          <p:nvPr/>
        </p:nvGrpSpPr>
        <p:grpSpPr>
          <a:xfrm>
            <a:off x="1167514" y="1843384"/>
            <a:ext cx="392798" cy="653376"/>
            <a:chOff x="1150290" y="1775180"/>
            <a:chExt cx="439060" cy="688761"/>
          </a:xfrm>
        </p:grpSpPr>
        <p:grpSp>
          <p:nvGrpSpPr>
            <p:cNvPr id="5" name="Google Shape;1164;p23">
              <a:extLst>
                <a:ext uri="{FF2B5EF4-FFF2-40B4-BE49-F238E27FC236}">
                  <a16:creationId xmlns:a16="http://schemas.microsoft.com/office/drawing/2014/main" id="{B059BED5-8409-063F-C23F-E367192F806F}"/>
                </a:ext>
              </a:extLst>
            </p:cNvPr>
            <p:cNvGrpSpPr/>
            <p:nvPr/>
          </p:nvGrpSpPr>
          <p:grpSpPr>
            <a:xfrm>
              <a:off x="1150290" y="1775180"/>
              <a:ext cx="439060" cy="688761"/>
              <a:chOff x="5751994" y="2465432"/>
              <a:chExt cx="492113" cy="823136"/>
            </a:xfrm>
            <a:solidFill>
              <a:srgbClr val="2C4E93"/>
            </a:solidFill>
          </p:grpSpPr>
          <p:sp>
            <p:nvSpPr>
              <p:cNvPr id="6" name="Google Shape;1165;p23">
                <a:extLst>
                  <a:ext uri="{FF2B5EF4-FFF2-40B4-BE49-F238E27FC236}">
                    <a16:creationId xmlns:a16="http://schemas.microsoft.com/office/drawing/2014/main" id="{8C8AFE60-BAB1-079C-E3AE-CB6B78C680C6}"/>
                  </a:ext>
                </a:extLst>
              </p:cNvPr>
              <p:cNvSpPr/>
              <p:nvPr/>
            </p:nvSpPr>
            <p:spPr>
              <a:xfrm>
                <a:off x="5779144" y="2646201"/>
                <a:ext cx="439715" cy="603031"/>
              </a:xfrm>
              <a:custGeom>
                <a:avLst/>
                <a:gdLst/>
                <a:ahLst/>
                <a:cxnLst/>
                <a:rect l="l" t="t" r="r" b="b"/>
                <a:pathLst>
                  <a:path w="8551" h="11727" extrusionOk="0">
                    <a:moveTo>
                      <a:pt x="0" y="1"/>
                    </a:moveTo>
                    <a:lnTo>
                      <a:pt x="0" y="11726"/>
                    </a:lnTo>
                    <a:lnTo>
                      <a:pt x="8550" y="11726"/>
                    </a:lnTo>
                    <a:lnTo>
                      <a:pt x="8550" y="1"/>
                    </a:ln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" name="Google Shape;1166;p23">
                <a:extLst>
                  <a:ext uri="{FF2B5EF4-FFF2-40B4-BE49-F238E27FC236}">
                    <a16:creationId xmlns:a16="http://schemas.microsoft.com/office/drawing/2014/main" id="{3F2900AE-2AA3-F1E3-D56A-866F777E30B4}"/>
                  </a:ext>
                </a:extLst>
              </p:cNvPr>
              <p:cNvSpPr/>
              <p:nvPr/>
            </p:nvSpPr>
            <p:spPr>
              <a:xfrm>
                <a:off x="5868727" y="2465432"/>
                <a:ext cx="257472" cy="216491"/>
              </a:xfrm>
              <a:custGeom>
                <a:avLst/>
                <a:gdLst/>
                <a:ahLst/>
                <a:cxnLst/>
                <a:rect l="l" t="t" r="r" b="b"/>
                <a:pathLst>
                  <a:path w="5007" h="4210" extrusionOk="0">
                    <a:moveTo>
                      <a:pt x="0" y="0"/>
                    </a:moveTo>
                    <a:lnTo>
                      <a:pt x="0" y="4209"/>
                    </a:lnTo>
                    <a:lnTo>
                      <a:pt x="5007" y="4209"/>
                    </a:lnTo>
                    <a:lnTo>
                      <a:pt x="5007" y="0"/>
                    </a:ln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8" name="Google Shape;1167;p23">
                <a:extLst>
                  <a:ext uri="{FF2B5EF4-FFF2-40B4-BE49-F238E27FC236}">
                    <a16:creationId xmlns:a16="http://schemas.microsoft.com/office/drawing/2014/main" id="{66CD58C3-72E8-7A60-D97E-11438E41E33E}"/>
                  </a:ext>
                </a:extLst>
              </p:cNvPr>
              <p:cNvSpPr/>
              <p:nvPr/>
            </p:nvSpPr>
            <p:spPr>
              <a:xfrm>
                <a:off x="5918599" y="3071615"/>
                <a:ext cx="160695" cy="177665"/>
              </a:xfrm>
              <a:custGeom>
                <a:avLst/>
                <a:gdLst/>
                <a:ahLst/>
                <a:cxnLst/>
                <a:rect l="l" t="t" r="r" b="b"/>
                <a:pathLst>
                  <a:path w="3125" h="3455" extrusionOk="0">
                    <a:moveTo>
                      <a:pt x="1" y="0"/>
                    </a:moveTo>
                    <a:lnTo>
                      <a:pt x="1" y="3455"/>
                    </a:lnTo>
                    <a:lnTo>
                      <a:pt x="3125" y="3455"/>
                    </a:lnTo>
                    <a:lnTo>
                      <a:pt x="3125" y="0"/>
                    </a:ln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" name="Google Shape;1168;p23">
                <a:extLst>
                  <a:ext uri="{FF2B5EF4-FFF2-40B4-BE49-F238E27FC236}">
                    <a16:creationId xmlns:a16="http://schemas.microsoft.com/office/drawing/2014/main" id="{0B9B7032-4ECF-65B4-ACF3-438A49DA6CD0}"/>
                  </a:ext>
                </a:extLst>
              </p:cNvPr>
              <p:cNvSpPr/>
              <p:nvPr/>
            </p:nvSpPr>
            <p:spPr>
              <a:xfrm>
                <a:off x="5918599" y="3071615"/>
                <a:ext cx="78471" cy="177665"/>
              </a:xfrm>
              <a:custGeom>
                <a:avLst/>
                <a:gdLst/>
                <a:ahLst/>
                <a:cxnLst/>
                <a:rect l="l" t="t" r="r" b="b"/>
                <a:pathLst>
                  <a:path w="1526" h="3455" extrusionOk="0">
                    <a:moveTo>
                      <a:pt x="1" y="0"/>
                    </a:moveTo>
                    <a:lnTo>
                      <a:pt x="1" y="3455"/>
                    </a:lnTo>
                    <a:lnTo>
                      <a:pt x="1525" y="3455"/>
                    </a:lnTo>
                    <a:lnTo>
                      <a:pt x="1525" y="0"/>
                    </a:ln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" name="Google Shape;1169;p23">
                <a:extLst>
                  <a:ext uri="{FF2B5EF4-FFF2-40B4-BE49-F238E27FC236}">
                    <a16:creationId xmlns:a16="http://schemas.microsoft.com/office/drawing/2014/main" id="{B60B01EE-2C0D-3AF0-A49D-11BCF9E50C9A}"/>
                  </a:ext>
                </a:extLst>
              </p:cNvPr>
              <p:cNvSpPr/>
              <p:nvPr/>
            </p:nvSpPr>
            <p:spPr>
              <a:xfrm>
                <a:off x="5819201" y="2709040"/>
                <a:ext cx="21906" cy="38001"/>
              </a:xfrm>
              <a:custGeom>
                <a:avLst/>
                <a:gdLst/>
                <a:ahLst/>
                <a:cxnLst/>
                <a:rect l="l" t="t" r="r" b="b"/>
                <a:pathLst>
                  <a:path w="426" h="739" extrusionOk="0">
                    <a:moveTo>
                      <a:pt x="0" y="0"/>
                    </a:moveTo>
                    <a:lnTo>
                      <a:pt x="0" y="738"/>
                    </a:lnTo>
                    <a:lnTo>
                      <a:pt x="426" y="738"/>
                    </a:lnTo>
                    <a:lnTo>
                      <a:pt x="426" y="0"/>
                    </a:ln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1" name="Google Shape;1170;p23">
                <a:extLst>
                  <a:ext uri="{FF2B5EF4-FFF2-40B4-BE49-F238E27FC236}">
                    <a16:creationId xmlns:a16="http://schemas.microsoft.com/office/drawing/2014/main" id="{7FD1AF96-3E3E-7728-C9E1-E2950BB24581}"/>
                  </a:ext>
                </a:extLst>
              </p:cNvPr>
              <p:cNvSpPr/>
              <p:nvPr/>
            </p:nvSpPr>
            <p:spPr>
              <a:xfrm>
                <a:off x="5857510" y="2709040"/>
                <a:ext cx="21956" cy="38001"/>
              </a:xfrm>
              <a:custGeom>
                <a:avLst/>
                <a:gdLst/>
                <a:ahLst/>
                <a:cxnLst/>
                <a:rect l="l" t="t" r="r" b="b"/>
                <a:pathLst>
                  <a:path w="427" h="739" extrusionOk="0">
                    <a:moveTo>
                      <a:pt x="1" y="0"/>
                    </a:moveTo>
                    <a:lnTo>
                      <a:pt x="1" y="738"/>
                    </a:lnTo>
                    <a:lnTo>
                      <a:pt x="427" y="738"/>
                    </a:lnTo>
                    <a:lnTo>
                      <a:pt x="427" y="0"/>
                    </a:ln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" name="Google Shape;1171;p23">
                <a:extLst>
                  <a:ext uri="{FF2B5EF4-FFF2-40B4-BE49-F238E27FC236}">
                    <a16:creationId xmlns:a16="http://schemas.microsoft.com/office/drawing/2014/main" id="{75BB1639-373C-5497-75EA-F2CA5BD57A1E}"/>
                  </a:ext>
                </a:extLst>
              </p:cNvPr>
              <p:cNvSpPr/>
              <p:nvPr/>
            </p:nvSpPr>
            <p:spPr>
              <a:xfrm>
                <a:off x="5819201" y="2805867"/>
                <a:ext cx="21906" cy="37950"/>
              </a:xfrm>
              <a:custGeom>
                <a:avLst/>
                <a:gdLst/>
                <a:ahLst/>
                <a:cxnLst/>
                <a:rect l="l" t="t" r="r" b="b"/>
                <a:pathLst>
                  <a:path w="426" h="738" extrusionOk="0">
                    <a:moveTo>
                      <a:pt x="0" y="0"/>
                    </a:moveTo>
                    <a:lnTo>
                      <a:pt x="0" y="738"/>
                    </a:lnTo>
                    <a:lnTo>
                      <a:pt x="426" y="738"/>
                    </a:lnTo>
                    <a:lnTo>
                      <a:pt x="426" y="0"/>
                    </a:ln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" name="Google Shape;1172;p23">
                <a:extLst>
                  <a:ext uri="{FF2B5EF4-FFF2-40B4-BE49-F238E27FC236}">
                    <a16:creationId xmlns:a16="http://schemas.microsoft.com/office/drawing/2014/main" id="{8833A014-0E0D-A983-DE2A-48D8E26C9F7B}"/>
                  </a:ext>
                </a:extLst>
              </p:cNvPr>
              <p:cNvSpPr/>
              <p:nvPr/>
            </p:nvSpPr>
            <p:spPr>
              <a:xfrm>
                <a:off x="5857510" y="2805867"/>
                <a:ext cx="21956" cy="37950"/>
              </a:xfrm>
              <a:custGeom>
                <a:avLst/>
                <a:gdLst/>
                <a:ahLst/>
                <a:cxnLst/>
                <a:rect l="l" t="t" r="r" b="b"/>
                <a:pathLst>
                  <a:path w="427" h="738" extrusionOk="0">
                    <a:moveTo>
                      <a:pt x="1" y="0"/>
                    </a:moveTo>
                    <a:lnTo>
                      <a:pt x="1" y="738"/>
                    </a:lnTo>
                    <a:lnTo>
                      <a:pt x="427" y="738"/>
                    </a:lnTo>
                    <a:lnTo>
                      <a:pt x="427" y="0"/>
                    </a:ln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" name="Google Shape;1173;p23">
                <a:extLst>
                  <a:ext uri="{FF2B5EF4-FFF2-40B4-BE49-F238E27FC236}">
                    <a16:creationId xmlns:a16="http://schemas.microsoft.com/office/drawing/2014/main" id="{F2EECA5F-1DFF-2B57-2CDD-7647443E88FD}"/>
                  </a:ext>
                </a:extLst>
              </p:cNvPr>
              <p:cNvSpPr/>
              <p:nvPr/>
            </p:nvSpPr>
            <p:spPr>
              <a:xfrm>
                <a:off x="5819201" y="2894004"/>
                <a:ext cx="21906" cy="38001"/>
              </a:xfrm>
              <a:custGeom>
                <a:avLst/>
                <a:gdLst/>
                <a:ahLst/>
                <a:cxnLst/>
                <a:rect l="l" t="t" r="r" b="b"/>
                <a:pathLst>
                  <a:path w="426" h="739" extrusionOk="0">
                    <a:moveTo>
                      <a:pt x="0" y="1"/>
                    </a:moveTo>
                    <a:lnTo>
                      <a:pt x="0" y="739"/>
                    </a:lnTo>
                    <a:lnTo>
                      <a:pt x="426" y="739"/>
                    </a:lnTo>
                    <a:lnTo>
                      <a:pt x="426" y="1"/>
                    </a:ln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Google Shape;1174;p23">
                <a:extLst>
                  <a:ext uri="{FF2B5EF4-FFF2-40B4-BE49-F238E27FC236}">
                    <a16:creationId xmlns:a16="http://schemas.microsoft.com/office/drawing/2014/main" id="{D145B7AB-312A-B7BB-CF71-B7440BD80E54}"/>
                  </a:ext>
                </a:extLst>
              </p:cNvPr>
              <p:cNvSpPr/>
              <p:nvPr/>
            </p:nvSpPr>
            <p:spPr>
              <a:xfrm>
                <a:off x="5857510" y="2894004"/>
                <a:ext cx="21956" cy="38001"/>
              </a:xfrm>
              <a:custGeom>
                <a:avLst/>
                <a:gdLst/>
                <a:ahLst/>
                <a:cxnLst/>
                <a:rect l="l" t="t" r="r" b="b"/>
                <a:pathLst>
                  <a:path w="427" h="739" extrusionOk="0">
                    <a:moveTo>
                      <a:pt x="1" y="1"/>
                    </a:moveTo>
                    <a:lnTo>
                      <a:pt x="1" y="739"/>
                    </a:lnTo>
                    <a:lnTo>
                      <a:pt x="427" y="739"/>
                    </a:lnTo>
                    <a:lnTo>
                      <a:pt x="427" y="1"/>
                    </a:ln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Google Shape;1175;p23">
                <a:extLst>
                  <a:ext uri="{FF2B5EF4-FFF2-40B4-BE49-F238E27FC236}">
                    <a16:creationId xmlns:a16="http://schemas.microsoft.com/office/drawing/2014/main" id="{36F182ED-15F9-23FE-1358-17A02B811D66}"/>
                  </a:ext>
                </a:extLst>
              </p:cNvPr>
              <p:cNvSpPr/>
              <p:nvPr/>
            </p:nvSpPr>
            <p:spPr>
              <a:xfrm>
                <a:off x="5819201" y="2990881"/>
                <a:ext cx="21906" cy="38001"/>
              </a:xfrm>
              <a:custGeom>
                <a:avLst/>
                <a:gdLst/>
                <a:ahLst/>
                <a:cxnLst/>
                <a:rect l="l" t="t" r="r" b="b"/>
                <a:pathLst>
                  <a:path w="426" h="739" extrusionOk="0">
                    <a:moveTo>
                      <a:pt x="0" y="1"/>
                    </a:moveTo>
                    <a:lnTo>
                      <a:pt x="0" y="738"/>
                    </a:lnTo>
                    <a:lnTo>
                      <a:pt x="426" y="738"/>
                    </a:lnTo>
                    <a:lnTo>
                      <a:pt x="426" y="1"/>
                    </a:ln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Google Shape;1176;p23">
                <a:extLst>
                  <a:ext uri="{FF2B5EF4-FFF2-40B4-BE49-F238E27FC236}">
                    <a16:creationId xmlns:a16="http://schemas.microsoft.com/office/drawing/2014/main" id="{DEA803C1-14F8-F826-C21F-44445EA225F5}"/>
                  </a:ext>
                </a:extLst>
              </p:cNvPr>
              <p:cNvSpPr/>
              <p:nvPr/>
            </p:nvSpPr>
            <p:spPr>
              <a:xfrm>
                <a:off x="5857510" y="2990881"/>
                <a:ext cx="21956" cy="38001"/>
              </a:xfrm>
              <a:custGeom>
                <a:avLst/>
                <a:gdLst/>
                <a:ahLst/>
                <a:cxnLst/>
                <a:rect l="l" t="t" r="r" b="b"/>
                <a:pathLst>
                  <a:path w="427" h="739" extrusionOk="0">
                    <a:moveTo>
                      <a:pt x="1" y="1"/>
                    </a:moveTo>
                    <a:lnTo>
                      <a:pt x="1" y="738"/>
                    </a:lnTo>
                    <a:lnTo>
                      <a:pt x="427" y="738"/>
                    </a:lnTo>
                    <a:lnTo>
                      <a:pt x="427" y="1"/>
                    </a:ln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Google Shape;1177;p23">
                <a:extLst>
                  <a:ext uri="{FF2B5EF4-FFF2-40B4-BE49-F238E27FC236}">
                    <a16:creationId xmlns:a16="http://schemas.microsoft.com/office/drawing/2014/main" id="{0E7CE2FE-D6D1-3E14-D1B5-00C9E1638868}"/>
                  </a:ext>
                </a:extLst>
              </p:cNvPr>
              <p:cNvSpPr/>
              <p:nvPr/>
            </p:nvSpPr>
            <p:spPr>
              <a:xfrm>
                <a:off x="5968786" y="2709040"/>
                <a:ext cx="21956" cy="38001"/>
              </a:xfrm>
              <a:custGeom>
                <a:avLst/>
                <a:gdLst/>
                <a:ahLst/>
                <a:cxnLst/>
                <a:rect l="l" t="t" r="r" b="b"/>
                <a:pathLst>
                  <a:path w="427" h="739" extrusionOk="0">
                    <a:moveTo>
                      <a:pt x="1" y="0"/>
                    </a:moveTo>
                    <a:lnTo>
                      <a:pt x="1" y="738"/>
                    </a:lnTo>
                    <a:lnTo>
                      <a:pt x="427" y="738"/>
                    </a:lnTo>
                    <a:lnTo>
                      <a:pt x="427" y="0"/>
                    </a:ln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Google Shape;1178;p23">
                <a:extLst>
                  <a:ext uri="{FF2B5EF4-FFF2-40B4-BE49-F238E27FC236}">
                    <a16:creationId xmlns:a16="http://schemas.microsoft.com/office/drawing/2014/main" id="{0A798947-C2DE-CA7B-3C51-D568F448A8C2}"/>
                  </a:ext>
                </a:extLst>
              </p:cNvPr>
              <p:cNvSpPr/>
              <p:nvPr/>
            </p:nvSpPr>
            <p:spPr>
              <a:xfrm>
                <a:off x="6007147" y="2709040"/>
                <a:ext cx="21956" cy="38001"/>
              </a:xfrm>
              <a:custGeom>
                <a:avLst/>
                <a:gdLst/>
                <a:ahLst/>
                <a:cxnLst/>
                <a:rect l="l" t="t" r="r" b="b"/>
                <a:pathLst>
                  <a:path w="427" h="739" extrusionOk="0">
                    <a:moveTo>
                      <a:pt x="1" y="0"/>
                    </a:moveTo>
                    <a:lnTo>
                      <a:pt x="1" y="738"/>
                    </a:lnTo>
                    <a:lnTo>
                      <a:pt x="427" y="738"/>
                    </a:lnTo>
                    <a:lnTo>
                      <a:pt x="427" y="0"/>
                    </a:ln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1179;p23">
                <a:extLst>
                  <a:ext uri="{FF2B5EF4-FFF2-40B4-BE49-F238E27FC236}">
                    <a16:creationId xmlns:a16="http://schemas.microsoft.com/office/drawing/2014/main" id="{DFAE4A75-5C22-7EB7-77A0-0B2203623458}"/>
                  </a:ext>
                </a:extLst>
              </p:cNvPr>
              <p:cNvSpPr/>
              <p:nvPr/>
            </p:nvSpPr>
            <p:spPr>
              <a:xfrm>
                <a:off x="5968786" y="2805867"/>
                <a:ext cx="21956" cy="37950"/>
              </a:xfrm>
              <a:custGeom>
                <a:avLst/>
                <a:gdLst/>
                <a:ahLst/>
                <a:cxnLst/>
                <a:rect l="l" t="t" r="r" b="b"/>
                <a:pathLst>
                  <a:path w="427" h="738" extrusionOk="0">
                    <a:moveTo>
                      <a:pt x="1" y="0"/>
                    </a:moveTo>
                    <a:lnTo>
                      <a:pt x="1" y="738"/>
                    </a:lnTo>
                    <a:lnTo>
                      <a:pt x="427" y="738"/>
                    </a:lnTo>
                    <a:lnTo>
                      <a:pt x="427" y="0"/>
                    </a:ln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1180;p23">
                <a:extLst>
                  <a:ext uri="{FF2B5EF4-FFF2-40B4-BE49-F238E27FC236}">
                    <a16:creationId xmlns:a16="http://schemas.microsoft.com/office/drawing/2014/main" id="{6F4E6F6B-0390-AC19-8799-F0F80CA2C485}"/>
                  </a:ext>
                </a:extLst>
              </p:cNvPr>
              <p:cNvSpPr/>
              <p:nvPr/>
            </p:nvSpPr>
            <p:spPr>
              <a:xfrm>
                <a:off x="6007147" y="2805867"/>
                <a:ext cx="21956" cy="37950"/>
              </a:xfrm>
              <a:custGeom>
                <a:avLst/>
                <a:gdLst/>
                <a:ahLst/>
                <a:cxnLst/>
                <a:rect l="l" t="t" r="r" b="b"/>
                <a:pathLst>
                  <a:path w="427" h="738" extrusionOk="0">
                    <a:moveTo>
                      <a:pt x="1" y="0"/>
                    </a:moveTo>
                    <a:lnTo>
                      <a:pt x="1" y="738"/>
                    </a:lnTo>
                    <a:lnTo>
                      <a:pt x="427" y="738"/>
                    </a:lnTo>
                    <a:lnTo>
                      <a:pt x="427" y="0"/>
                    </a:ln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1181;p23">
                <a:extLst>
                  <a:ext uri="{FF2B5EF4-FFF2-40B4-BE49-F238E27FC236}">
                    <a16:creationId xmlns:a16="http://schemas.microsoft.com/office/drawing/2014/main" id="{39501410-D472-826B-92F2-C97AE8BDF904}"/>
                  </a:ext>
                </a:extLst>
              </p:cNvPr>
              <p:cNvSpPr/>
              <p:nvPr/>
            </p:nvSpPr>
            <p:spPr>
              <a:xfrm>
                <a:off x="5968786" y="2894004"/>
                <a:ext cx="21956" cy="38001"/>
              </a:xfrm>
              <a:custGeom>
                <a:avLst/>
                <a:gdLst/>
                <a:ahLst/>
                <a:cxnLst/>
                <a:rect l="l" t="t" r="r" b="b"/>
                <a:pathLst>
                  <a:path w="427" h="739" extrusionOk="0">
                    <a:moveTo>
                      <a:pt x="1" y="1"/>
                    </a:moveTo>
                    <a:lnTo>
                      <a:pt x="1" y="739"/>
                    </a:lnTo>
                    <a:lnTo>
                      <a:pt x="427" y="739"/>
                    </a:lnTo>
                    <a:lnTo>
                      <a:pt x="427" y="1"/>
                    </a:ln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Google Shape;1182;p23">
                <a:extLst>
                  <a:ext uri="{FF2B5EF4-FFF2-40B4-BE49-F238E27FC236}">
                    <a16:creationId xmlns:a16="http://schemas.microsoft.com/office/drawing/2014/main" id="{DA8BA473-6741-97AB-0489-5AFCB9067E1C}"/>
                  </a:ext>
                </a:extLst>
              </p:cNvPr>
              <p:cNvSpPr/>
              <p:nvPr/>
            </p:nvSpPr>
            <p:spPr>
              <a:xfrm>
                <a:off x="6007147" y="2894004"/>
                <a:ext cx="21956" cy="38001"/>
              </a:xfrm>
              <a:custGeom>
                <a:avLst/>
                <a:gdLst/>
                <a:ahLst/>
                <a:cxnLst/>
                <a:rect l="l" t="t" r="r" b="b"/>
                <a:pathLst>
                  <a:path w="427" h="739" extrusionOk="0">
                    <a:moveTo>
                      <a:pt x="1" y="1"/>
                    </a:moveTo>
                    <a:lnTo>
                      <a:pt x="1" y="739"/>
                    </a:lnTo>
                    <a:lnTo>
                      <a:pt x="427" y="739"/>
                    </a:lnTo>
                    <a:lnTo>
                      <a:pt x="427" y="1"/>
                    </a:ln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Google Shape;1183;p23">
                <a:extLst>
                  <a:ext uri="{FF2B5EF4-FFF2-40B4-BE49-F238E27FC236}">
                    <a16:creationId xmlns:a16="http://schemas.microsoft.com/office/drawing/2014/main" id="{FF182195-BF19-5CD2-C830-ADF0379D4650}"/>
                  </a:ext>
                </a:extLst>
              </p:cNvPr>
              <p:cNvSpPr/>
              <p:nvPr/>
            </p:nvSpPr>
            <p:spPr>
              <a:xfrm>
                <a:off x="5968786" y="2990881"/>
                <a:ext cx="21956" cy="38001"/>
              </a:xfrm>
              <a:custGeom>
                <a:avLst/>
                <a:gdLst/>
                <a:ahLst/>
                <a:cxnLst/>
                <a:rect l="l" t="t" r="r" b="b"/>
                <a:pathLst>
                  <a:path w="427" h="739" extrusionOk="0">
                    <a:moveTo>
                      <a:pt x="1" y="1"/>
                    </a:moveTo>
                    <a:lnTo>
                      <a:pt x="1" y="738"/>
                    </a:lnTo>
                    <a:lnTo>
                      <a:pt x="427" y="738"/>
                    </a:lnTo>
                    <a:lnTo>
                      <a:pt x="427" y="1"/>
                    </a:ln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1184;p23">
                <a:extLst>
                  <a:ext uri="{FF2B5EF4-FFF2-40B4-BE49-F238E27FC236}">
                    <a16:creationId xmlns:a16="http://schemas.microsoft.com/office/drawing/2014/main" id="{369451CE-F198-81C9-7F2D-6F8CD1A5D161}"/>
                  </a:ext>
                </a:extLst>
              </p:cNvPr>
              <p:cNvSpPr/>
              <p:nvPr/>
            </p:nvSpPr>
            <p:spPr>
              <a:xfrm>
                <a:off x="6007147" y="2990881"/>
                <a:ext cx="21956" cy="38001"/>
              </a:xfrm>
              <a:custGeom>
                <a:avLst/>
                <a:gdLst/>
                <a:ahLst/>
                <a:cxnLst/>
                <a:rect l="l" t="t" r="r" b="b"/>
                <a:pathLst>
                  <a:path w="427" h="739" extrusionOk="0">
                    <a:moveTo>
                      <a:pt x="1" y="1"/>
                    </a:moveTo>
                    <a:lnTo>
                      <a:pt x="1" y="738"/>
                    </a:lnTo>
                    <a:lnTo>
                      <a:pt x="427" y="738"/>
                    </a:lnTo>
                    <a:lnTo>
                      <a:pt x="427" y="1"/>
                    </a:ln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1185;p23">
                <a:extLst>
                  <a:ext uri="{FF2B5EF4-FFF2-40B4-BE49-F238E27FC236}">
                    <a16:creationId xmlns:a16="http://schemas.microsoft.com/office/drawing/2014/main" id="{9FDEF38A-E48D-C881-2203-26BF91145DB2}"/>
                  </a:ext>
                </a:extLst>
              </p:cNvPr>
              <p:cNvSpPr/>
              <p:nvPr/>
            </p:nvSpPr>
            <p:spPr>
              <a:xfrm>
                <a:off x="6118321" y="2709040"/>
                <a:ext cx="22009" cy="38001"/>
              </a:xfrm>
              <a:custGeom>
                <a:avLst/>
                <a:gdLst/>
                <a:ahLst/>
                <a:cxnLst/>
                <a:rect l="l" t="t" r="r" b="b"/>
                <a:pathLst>
                  <a:path w="428" h="739" extrusionOk="0">
                    <a:moveTo>
                      <a:pt x="1" y="0"/>
                    </a:moveTo>
                    <a:lnTo>
                      <a:pt x="1" y="738"/>
                    </a:lnTo>
                    <a:lnTo>
                      <a:pt x="428" y="738"/>
                    </a:lnTo>
                    <a:lnTo>
                      <a:pt x="428" y="0"/>
                    </a:ln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Google Shape;1186;p23">
                <a:extLst>
                  <a:ext uri="{FF2B5EF4-FFF2-40B4-BE49-F238E27FC236}">
                    <a16:creationId xmlns:a16="http://schemas.microsoft.com/office/drawing/2014/main" id="{62C87793-F41B-E247-330D-19A01083E545}"/>
                  </a:ext>
                </a:extLst>
              </p:cNvPr>
              <p:cNvSpPr/>
              <p:nvPr/>
            </p:nvSpPr>
            <p:spPr>
              <a:xfrm>
                <a:off x="6156679" y="2709040"/>
                <a:ext cx="22009" cy="38001"/>
              </a:xfrm>
              <a:custGeom>
                <a:avLst/>
                <a:gdLst/>
                <a:ahLst/>
                <a:cxnLst/>
                <a:rect l="l" t="t" r="r" b="b"/>
                <a:pathLst>
                  <a:path w="428" h="739" extrusionOk="0">
                    <a:moveTo>
                      <a:pt x="1" y="0"/>
                    </a:moveTo>
                    <a:lnTo>
                      <a:pt x="1" y="738"/>
                    </a:lnTo>
                    <a:lnTo>
                      <a:pt x="427" y="738"/>
                    </a:lnTo>
                    <a:lnTo>
                      <a:pt x="427" y="0"/>
                    </a:ln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Google Shape;1187;p23">
                <a:extLst>
                  <a:ext uri="{FF2B5EF4-FFF2-40B4-BE49-F238E27FC236}">
                    <a16:creationId xmlns:a16="http://schemas.microsoft.com/office/drawing/2014/main" id="{BA2A4F47-4829-38BD-BA82-7B1DBA25B59D}"/>
                  </a:ext>
                </a:extLst>
              </p:cNvPr>
              <p:cNvSpPr/>
              <p:nvPr/>
            </p:nvSpPr>
            <p:spPr>
              <a:xfrm>
                <a:off x="6118321" y="2805867"/>
                <a:ext cx="22009" cy="37950"/>
              </a:xfrm>
              <a:custGeom>
                <a:avLst/>
                <a:gdLst/>
                <a:ahLst/>
                <a:cxnLst/>
                <a:rect l="l" t="t" r="r" b="b"/>
                <a:pathLst>
                  <a:path w="428" h="738" extrusionOk="0">
                    <a:moveTo>
                      <a:pt x="1" y="0"/>
                    </a:moveTo>
                    <a:lnTo>
                      <a:pt x="1" y="738"/>
                    </a:lnTo>
                    <a:lnTo>
                      <a:pt x="428" y="738"/>
                    </a:lnTo>
                    <a:lnTo>
                      <a:pt x="428" y="0"/>
                    </a:ln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Google Shape;1188;p23">
                <a:extLst>
                  <a:ext uri="{FF2B5EF4-FFF2-40B4-BE49-F238E27FC236}">
                    <a16:creationId xmlns:a16="http://schemas.microsoft.com/office/drawing/2014/main" id="{15B65259-F50F-435C-D941-145A8123A0E5}"/>
                  </a:ext>
                </a:extLst>
              </p:cNvPr>
              <p:cNvSpPr/>
              <p:nvPr/>
            </p:nvSpPr>
            <p:spPr>
              <a:xfrm>
                <a:off x="6156679" y="2805867"/>
                <a:ext cx="22009" cy="37950"/>
              </a:xfrm>
              <a:custGeom>
                <a:avLst/>
                <a:gdLst/>
                <a:ahLst/>
                <a:cxnLst/>
                <a:rect l="l" t="t" r="r" b="b"/>
                <a:pathLst>
                  <a:path w="428" h="738" extrusionOk="0">
                    <a:moveTo>
                      <a:pt x="1" y="0"/>
                    </a:moveTo>
                    <a:lnTo>
                      <a:pt x="1" y="738"/>
                    </a:lnTo>
                    <a:lnTo>
                      <a:pt x="427" y="738"/>
                    </a:lnTo>
                    <a:lnTo>
                      <a:pt x="427" y="0"/>
                    </a:ln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Google Shape;1189;p23">
                <a:extLst>
                  <a:ext uri="{FF2B5EF4-FFF2-40B4-BE49-F238E27FC236}">
                    <a16:creationId xmlns:a16="http://schemas.microsoft.com/office/drawing/2014/main" id="{6935ACF7-9646-8A03-9460-6FBC5C26FDA3}"/>
                  </a:ext>
                </a:extLst>
              </p:cNvPr>
              <p:cNvSpPr/>
              <p:nvPr/>
            </p:nvSpPr>
            <p:spPr>
              <a:xfrm>
                <a:off x="6118321" y="2894004"/>
                <a:ext cx="22009" cy="38001"/>
              </a:xfrm>
              <a:custGeom>
                <a:avLst/>
                <a:gdLst/>
                <a:ahLst/>
                <a:cxnLst/>
                <a:rect l="l" t="t" r="r" b="b"/>
                <a:pathLst>
                  <a:path w="428" h="739" extrusionOk="0">
                    <a:moveTo>
                      <a:pt x="1" y="1"/>
                    </a:moveTo>
                    <a:lnTo>
                      <a:pt x="1" y="739"/>
                    </a:lnTo>
                    <a:lnTo>
                      <a:pt x="428" y="739"/>
                    </a:lnTo>
                    <a:lnTo>
                      <a:pt x="428" y="1"/>
                    </a:ln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Google Shape;1190;p23">
                <a:extLst>
                  <a:ext uri="{FF2B5EF4-FFF2-40B4-BE49-F238E27FC236}">
                    <a16:creationId xmlns:a16="http://schemas.microsoft.com/office/drawing/2014/main" id="{D1991380-ADC6-7F31-F34B-3727F0C90083}"/>
                  </a:ext>
                </a:extLst>
              </p:cNvPr>
              <p:cNvSpPr/>
              <p:nvPr/>
            </p:nvSpPr>
            <p:spPr>
              <a:xfrm>
                <a:off x="6156679" y="2894004"/>
                <a:ext cx="22009" cy="38001"/>
              </a:xfrm>
              <a:custGeom>
                <a:avLst/>
                <a:gdLst/>
                <a:ahLst/>
                <a:cxnLst/>
                <a:rect l="l" t="t" r="r" b="b"/>
                <a:pathLst>
                  <a:path w="428" h="739" extrusionOk="0">
                    <a:moveTo>
                      <a:pt x="1" y="1"/>
                    </a:moveTo>
                    <a:lnTo>
                      <a:pt x="1" y="739"/>
                    </a:lnTo>
                    <a:lnTo>
                      <a:pt x="427" y="739"/>
                    </a:lnTo>
                    <a:lnTo>
                      <a:pt x="427" y="1"/>
                    </a:ln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1191;p23">
                <a:extLst>
                  <a:ext uri="{FF2B5EF4-FFF2-40B4-BE49-F238E27FC236}">
                    <a16:creationId xmlns:a16="http://schemas.microsoft.com/office/drawing/2014/main" id="{E7BCC08E-3F25-59CD-D1EE-4B56D580DF58}"/>
                  </a:ext>
                </a:extLst>
              </p:cNvPr>
              <p:cNvSpPr/>
              <p:nvPr/>
            </p:nvSpPr>
            <p:spPr>
              <a:xfrm>
                <a:off x="6118321" y="2990881"/>
                <a:ext cx="22009" cy="38001"/>
              </a:xfrm>
              <a:custGeom>
                <a:avLst/>
                <a:gdLst/>
                <a:ahLst/>
                <a:cxnLst/>
                <a:rect l="l" t="t" r="r" b="b"/>
                <a:pathLst>
                  <a:path w="428" h="739" extrusionOk="0">
                    <a:moveTo>
                      <a:pt x="1" y="1"/>
                    </a:moveTo>
                    <a:lnTo>
                      <a:pt x="1" y="738"/>
                    </a:lnTo>
                    <a:lnTo>
                      <a:pt x="428" y="738"/>
                    </a:lnTo>
                    <a:lnTo>
                      <a:pt x="428" y="1"/>
                    </a:ln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Google Shape;1192;p23">
                <a:extLst>
                  <a:ext uri="{FF2B5EF4-FFF2-40B4-BE49-F238E27FC236}">
                    <a16:creationId xmlns:a16="http://schemas.microsoft.com/office/drawing/2014/main" id="{02A73A0C-871D-AE11-73D7-40C7D7972963}"/>
                  </a:ext>
                </a:extLst>
              </p:cNvPr>
              <p:cNvSpPr/>
              <p:nvPr/>
            </p:nvSpPr>
            <p:spPr>
              <a:xfrm>
                <a:off x="6156679" y="2990881"/>
                <a:ext cx="22009" cy="38001"/>
              </a:xfrm>
              <a:custGeom>
                <a:avLst/>
                <a:gdLst/>
                <a:ahLst/>
                <a:cxnLst/>
                <a:rect l="l" t="t" r="r" b="b"/>
                <a:pathLst>
                  <a:path w="428" h="739" extrusionOk="0">
                    <a:moveTo>
                      <a:pt x="1" y="1"/>
                    </a:moveTo>
                    <a:lnTo>
                      <a:pt x="1" y="738"/>
                    </a:lnTo>
                    <a:lnTo>
                      <a:pt x="427" y="738"/>
                    </a:lnTo>
                    <a:lnTo>
                      <a:pt x="427" y="1"/>
                    </a:ln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Google Shape;1193;p23">
                <a:extLst>
                  <a:ext uri="{FF2B5EF4-FFF2-40B4-BE49-F238E27FC236}">
                    <a16:creationId xmlns:a16="http://schemas.microsoft.com/office/drawing/2014/main" id="{85508627-AF0C-A73C-2EC1-739E907A56B9}"/>
                  </a:ext>
                </a:extLst>
              </p:cNvPr>
              <p:cNvSpPr/>
              <p:nvPr/>
            </p:nvSpPr>
            <p:spPr>
              <a:xfrm>
                <a:off x="6118321" y="3080407"/>
                <a:ext cx="22009" cy="37950"/>
              </a:xfrm>
              <a:custGeom>
                <a:avLst/>
                <a:gdLst/>
                <a:ahLst/>
                <a:cxnLst/>
                <a:rect l="l" t="t" r="r" b="b"/>
                <a:pathLst>
                  <a:path w="428" h="738" extrusionOk="0">
                    <a:moveTo>
                      <a:pt x="1" y="0"/>
                    </a:moveTo>
                    <a:lnTo>
                      <a:pt x="1" y="738"/>
                    </a:lnTo>
                    <a:lnTo>
                      <a:pt x="428" y="738"/>
                    </a:lnTo>
                    <a:lnTo>
                      <a:pt x="428" y="0"/>
                    </a:ln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1194;p23">
                <a:extLst>
                  <a:ext uri="{FF2B5EF4-FFF2-40B4-BE49-F238E27FC236}">
                    <a16:creationId xmlns:a16="http://schemas.microsoft.com/office/drawing/2014/main" id="{80DB58F4-A84A-967B-1F75-9E70751AB912}"/>
                  </a:ext>
                </a:extLst>
              </p:cNvPr>
              <p:cNvSpPr/>
              <p:nvPr/>
            </p:nvSpPr>
            <p:spPr>
              <a:xfrm>
                <a:off x="6156679" y="3080407"/>
                <a:ext cx="22009" cy="37950"/>
              </a:xfrm>
              <a:custGeom>
                <a:avLst/>
                <a:gdLst/>
                <a:ahLst/>
                <a:cxnLst/>
                <a:rect l="l" t="t" r="r" b="b"/>
                <a:pathLst>
                  <a:path w="428" h="738" extrusionOk="0">
                    <a:moveTo>
                      <a:pt x="1" y="0"/>
                    </a:moveTo>
                    <a:lnTo>
                      <a:pt x="1" y="738"/>
                    </a:lnTo>
                    <a:lnTo>
                      <a:pt x="427" y="738"/>
                    </a:lnTo>
                    <a:lnTo>
                      <a:pt x="427" y="0"/>
                    </a:ln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Google Shape;1195;p23">
                <a:extLst>
                  <a:ext uri="{FF2B5EF4-FFF2-40B4-BE49-F238E27FC236}">
                    <a16:creationId xmlns:a16="http://schemas.microsoft.com/office/drawing/2014/main" id="{9427016A-202B-A4B0-72B3-949A94390BE3}"/>
                  </a:ext>
                </a:extLst>
              </p:cNvPr>
              <p:cNvSpPr/>
              <p:nvPr/>
            </p:nvSpPr>
            <p:spPr>
              <a:xfrm>
                <a:off x="6118321" y="3177285"/>
                <a:ext cx="22009" cy="38001"/>
              </a:xfrm>
              <a:custGeom>
                <a:avLst/>
                <a:gdLst/>
                <a:ahLst/>
                <a:cxnLst/>
                <a:rect l="l" t="t" r="r" b="b"/>
                <a:pathLst>
                  <a:path w="428" h="739" extrusionOk="0">
                    <a:moveTo>
                      <a:pt x="1" y="1"/>
                    </a:moveTo>
                    <a:lnTo>
                      <a:pt x="1" y="739"/>
                    </a:lnTo>
                    <a:lnTo>
                      <a:pt x="428" y="739"/>
                    </a:lnTo>
                    <a:lnTo>
                      <a:pt x="428" y="1"/>
                    </a:ln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Google Shape;1196;p23">
                <a:extLst>
                  <a:ext uri="{FF2B5EF4-FFF2-40B4-BE49-F238E27FC236}">
                    <a16:creationId xmlns:a16="http://schemas.microsoft.com/office/drawing/2014/main" id="{A4A1491A-72B1-AAF9-B1DA-2A96F6938A36}"/>
                  </a:ext>
                </a:extLst>
              </p:cNvPr>
              <p:cNvSpPr/>
              <p:nvPr/>
            </p:nvSpPr>
            <p:spPr>
              <a:xfrm>
                <a:off x="6156679" y="3177285"/>
                <a:ext cx="22009" cy="38001"/>
              </a:xfrm>
              <a:custGeom>
                <a:avLst/>
                <a:gdLst/>
                <a:ahLst/>
                <a:cxnLst/>
                <a:rect l="l" t="t" r="r" b="b"/>
                <a:pathLst>
                  <a:path w="428" h="739" extrusionOk="0">
                    <a:moveTo>
                      <a:pt x="1" y="1"/>
                    </a:moveTo>
                    <a:lnTo>
                      <a:pt x="1" y="739"/>
                    </a:lnTo>
                    <a:lnTo>
                      <a:pt x="427" y="739"/>
                    </a:lnTo>
                    <a:lnTo>
                      <a:pt x="427" y="1"/>
                    </a:ln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Google Shape;1197;p23">
                <a:extLst>
                  <a:ext uri="{FF2B5EF4-FFF2-40B4-BE49-F238E27FC236}">
                    <a16:creationId xmlns:a16="http://schemas.microsoft.com/office/drawing/2014/main" id="{CD7DB1AF-6948-4F2C-F3AF-D64C8BE018D5}"/>
                  </a:ext>
                </a:extLst>
              </p:cNvPr>
              <p:cNvSpPr/>
              <p:nvPr/>
            </p:nvSpPr>
            <p:spPr>
              <a:xfrm>
                <a:off x="5819201" y="3080407"/>
                <a:ext cx="21906" cy="37950"/>
              </a:xfrm>
              <a:custGeom>
                <a:avLst/>
                <a:gdLst/>
                <a:ahLst/>
                <a:cxnLst/>
                <a:rect l="l" t="t" r="r" b="b"/>
                <a:pathLst>
                  <a:path w="426" h="738" extrusionOk="0">
                    <a:moveTo>
                      <a:pt x="0" y="0"/>
                    </a:moveTo>
                    <a:lnTo>
                      <a:pt x="0" y="738"/>
                    </a:lnTo>
                    <a:lnTo>
                      <a:pt x="426" y="738"/>
                    </a:lnTo>
                    <a:lnTo>
                      <a:pt x="426" y="0"/>
                    </a:ln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1198;p23">
                <a:extLst>
                  <a:ext uri="{FF2B5EF4-FFF2-40B4-BE49-F238E27FC236}">
                    <a16:creationId xmlns:a16="http://schemas.microsoft.com/office/drawing/2014/main" id="{1DBC8767-696D-7E84-2BC6-B09269673D2D}"/>
                  </a:ext>
                </a:extLst>
              </p:cNvPr>
              <p:cNvSpPr/>
              <p:nvPr/>
            </p:nvSpPr>
            <p:spPr>
              <a:xfrm>
                <a:off x="5857510" y="3080407"/>
                <a:ext cx="21956" cy="37950"/>
              </a:xfrm>
              <a:custGeom>
                <a:avLst/>
                <a:gdLst/>
                <a:ahLst/>
                <a:cxnLst/>
                <a:rect l="l" t="t" r="r" b="b"/>
                <a:pathLst>
                  <a:path w="427" h="738" extrusionOk="0">
                    <a:moveTo>
                      <a:pt x="1" y="0"/>
                    </a:moveTo>
                    <a:lnTo>
                      <a:pt x="1" y="738"/>
                    </a:lnTo>
                    <a:lnTo>
                      <a:pt x="427" y="738"/>
                    </a:lnTo>
                    <a:lnTo>
                      <a:pt x="427" y="0"/>
                    </a:ln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Google Shape;1199;p23">
                <a:extLst>
                  <a:ext uri="{FF2B5EF4-FFF2-40B4-BE49-F238E27FC236}">
                    <a16:creationId xmlns:a16="http://schemas.microsoft.com/office/drawing/2014/main" id="{56A0E7B6-1BF5-1937-7AF4-0AAE4920ACF5}"/>
                  </a:ext>
                </a:extLst>
              </p:cNvPr>
              <p:cNvSpPr/>
              <p:nvPr/>
            </p:nvSpPr>
            <p:spPr>
              <a:xfrm>
                <a:off x="5819201" y="3177285"/>
                <a:ext cx="21906" cy="38001"/>
              </a:xfrm>
              <a:custGeom>
                <a:avLst/>
                <a:gdLst/>
                <a:ahLst/>
                <a:cxnLst/>
                <a:rect l="l" t="t" r="r" b="b"/>
                <a:pathLst>
                  <a:path w="426" h="739" extrusionOk="0">
                    <a:moveTo>
                      <a:pt x="0" y="1"/>
                    </a:moveTo>
                    <a:lnTo>
                      <a:pt x="0" y="739"/>
                    </a:lnTo>
                    <a:lnTo>
                      <a:pt x="426" y="739"/>
                    </a:lnTo>
                    <a:lnTo>
                      <a:pt x="426" y="1"/>
                    </a:ln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1200;p23">
                <a:extLst>
                  <a:ext uri="{FF2B5EF4-FFF2-40B4-BE49-F238E27FC236}">
                    <a16:creationId xmlns:a16="http://schemas.microsoft.com/office/drawing/2014/main" id="{E4B7D03A-73B4-1DEF-03BC-29EDE09F1A40}"/>
                  </a:ext>
                </a:extLst>
              </p:cNvPr>
              <p:cNvSpPr/>
              <p:nvPr/>
            </p:nvSpPr>
            <p:spPr>
              <a:xfrm>
                <a:off x="5857510" y="3177285"/>
                <a:ext cx="21956" cy="38001"/>
              </a:xfrm>
              <a:custGeom>
                <a:avLst/>
                <a:gdLst/>
                <a:ahLst/>
                <a:cxnLst/>
                <a:rect l="l" t="t" r="r" b="b"/>
                <a:pathLst>
                  <a:path w="427" h="739" extrusionOk="0">
                    <a:moveTo>
                      <a:pt x="1" y="1"/>
                    </a:moveTo>
                    <a:lnTo>
                      <a:pt x="1" y="739"/>
                    </a:lnTo>
                    <a:lnTo>
                      <a:pt x="427" y="739"/>
                    </a:lnTo>
                    <a:lnTo>
                      <a:pt x="427" y="1"/>
                    </a:ln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1202;p23">
                <a:extLst>
                  <a:ext uri="{FF2B5EF4-FFF2-40B4-BE49-F238E27FC236}">
                    <a16:creationId xmlns:a16="http://schemas.microsoft.com/office/drawing/2014/main" id="{22D82394-2BA8-430C-8932-C41A1A1470B6}"/>
                  </a:ext>
                </a:extLst>
              </p:cNvPr>
              <p:cNvSpPr/>
              <p:nvPr/>
            </p:nvSpPr>
            <p:spPr>
              <a:xfrm>
                <a:off x="5950662" y="2530963"/>
                <a:ext cx="90204" cy="90707"/>
              </a:xfrm>
              <a:custGeom>
                <a:avLst/>
                <a:gdLst/>
                <a:ahLst/>
                <a:cxnLst/>
                <a:rect l="l" t="t" r="r" b="b"/>
                <a:pathLst>
                  <a:path w="1177" h="1176" extrusionOk="0">
                    <a:moveTo>
                      <a:pt x="343" y="0"/>
                    </a:moveTo>
                    <a:lnTo>
                      <a:pt x="343" y="342"/>
                    </a:lnTo>
                    <a:lnTo>
                      <a:pt x="1" y="342"/>
                    </a:lnTo>
                    <a:lnTo>
                      <a:pt x="1" y="834"/>
                    </a:lnTo>
                    <a:lnTo>
                      <a:pt x="343" y="834"/>
                    </a:lnTo>
                    <a:lnTo>
                      <a:pt x="343" y="1176"/>
                    </a:lnTo>
                    <a:lnTo>
                      <a:pt x="835" y="1176"/>
                    </a:lnTo>
                    <a:lnTo>
                      <a:pt x="835" y="834"/>
                    </a:lnTo>
                    <a:lnTo>
                      <a:pt x="1177" y="834"/>
                    </a:lnTo>
                    <a:lnTo>
                      <a:pt x="1177" y="342"/>
                    </a:lnTo>
                    <a:lnTo>
                      <a:pt x="835" y="342"/>
                    </a:lnTo>
                    <a:lnTo>
                      <a:pt x="835" y="0"/>
                    </a:ln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Google Shape;1204;p23">
                <a:extLst>
                  <a:ext uri="{FF2B5EF4-FFF2-40B4-BE49-F238E27FC236}">
                    <a16:creationId xmlns:a16="http://schemas.microsoft.com/office/drawing/2014/main" id="{7CB0FF7A-67E6-DB9D-D558-401EC1E58080}"/>
                  </a:ext>
                </a:extLst>
              </p:cNvPr>
              <p:cNvSpPr/>
              <p:nvPr/>
            </p:nvSpPr>
            <p:spPr>
              <a:xfrm>
                <a:off x="6005400" y="3147762"/>
                <a:ext cx="7456" cy="29259"/>
              </a:xfrm>
              <a:custGeom>
                <a:avLst/>
                <a:gdLst/>
                <a:ahLst/>
                <a:cxnLst/>
                <a:rect l="l" t="t" r="r" b="b"/>
                <a:pathLst>
                  <a:path w="145" h="569" extrusionOk="0">
                    <a:moveTo>
                      <a:pt x="0" y="1"/>
                    </a:moveTo>
                    <a:lnTo>
                      <a:pt x="0" y="569"/>
                    </a:lnTo>
                    <a:lnTo>
                      <a:pt x="144" y="569"/>
                    </a:lnTo>
                    <a:lnTo>
                      <a:pt x="144" y="1"/>
                    </a:ln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6" name="Google Shape;1205;p23">
                <a:extLst>
                  <a:ext uri="{FF2B5EF4-FFF2-40B4-BE49-F238E27FC236}">
                    <a16:creationId xmlns:a16="http://schemas.microsoft.com/office/drawing/2014/main" id="{797C5E67-D192-8EB7-C494-A1E16BCC2E86}"/>
                  </a:ext>
                </a:extLst>
              </p:cNvPr>
              <p:cNvSpPr/>
              <p:nvPr/>
            </p:nvSpPr>
            <p:spPr>
              <a:xfrm>
                <a:off x="5751994" y="3249178"/>
                <a:ext cx="492113" cy="39390"/>
              </a:xfrm>
              <a:custGeom>
                <a:avLst/>
                <a:gdLst/>
                <a:ahLst/>
                <a:cxnLst/>
                <a:rect l="l" t="t" r="r" b="b"/>
                <a:pathLst>
                  <a:path w="9570" h="766" extrusionOk="0">
                    <a:moveTo>
                      <a:pt x="0" y="0"/>
                    </a:moveTo>
                    <a:lnTo>
                      <a:pt x="0" y="766"/>
                    </a:lnTo>
                    <a:lnTo>
                      <a:pt x="9569" y="766"/>
                    </a:lnTo>
                    <a:lnTo>
                      <a:pt x="9569" y="0"/>
                    </a:ln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04" name="Google Shape;1204;p23">
              <a:extLst>
                <a:ext uri="{FF2B5EF4-FFF2-40B4-BE49-F238E27FC236}">
                  <a16:creationId xmlns:a16="http://schemas.microsoft.com/office/drawing/2014/main" id="{ABA5158B-EA3E-EC37-3562-47711AF98C43}"/>
                </a:ext>
              </a:extLst>
            </p:cNvPr>
            <p:cNvSpPr/>
            <p:nvPr/>
          </p:nvSpPr>
          <p:spPr>
            <a:xfrm>
              <a:off x="1352331" y="2346121"/>
              <a:ext cx="36000" cy="24483"/>
            </a:xfrm>
            <a:custGeom>
              <a:avLst/>
              <a:gdLst/>
              <a:ahLst/>
              <a:cxnLst/>
              <a:rect l="l" t="t" r="r" b="b"/>
              <a:pathLst>
                <a:path w="145" h="569" extrusionOk="0">
                  <a:moveTo>
                    <a:pt x="0" y="1"/>
                  </a:moveTo>
                  <a:lnTo>
                    <a:pt x="0" y="569"/>
                  </a:lnTo>
                  <a:lnTo>
                    <a:pt x="144" y="569"/>
                  </a:lnTo>
                  <a:lnTo>
                    <a:pt x="144" y="1"/>
                  </a:lnTo>
                  <a:close/>
                </a:path>
              </a:pathLst>
            </a:custGeom>
            <a:solidFill>
              <a:srgbClr val="2C4E93"/>
            </a:solidFill>
            <a:ln w="9525">
              <a:solidFill>
                <a:schemeClr val="bg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506" name="Google Shape;371;p16">
            <a:extLst>
              <a:ext uri="{FF2B5EF4-FFF2-40B4-BE49-F238E27FC236}">
                <a16:creationId xmlns:a16="http://schemas.microsoft.com/office/drawing/2014/main" id="{E3315DB1-862C-2561-F54D-109DCBCFE835}"/>
              </a:ext>
            </a:extLst>
          </p:cNvPr>
          <p:cNvSpPr/>
          <p:nvPr/>
        </p:nvSpPr>
        <p:spPr>
          <a:xfrm>
            <a:off x="3205181" y="1878255"/>
            <a:ext cx="619973" cy="610628"/>
          </a:xfrm>
          <a:custGeom>
            <a:avLst/>
            <a:gdLst/>
            <a:ahLst/>
            <a:cxnLst/>
            <a:rect l="l" t="t" r="r" b="b"/>
            <a:pathLst>
              <a:path w="11973" h="11839" extrusionOk="0">
                <a:moveTo>
                  <a:pt x="9322" y="655"/>
                </a:moveTo>
                <a:cubicBezTo>
                  <a:pt x="9413" y="655"/>
                  <a:pt x="9499" y="686"/>
                  <a:pt x="9547" y="749"/>
                </a:cubicBezTo>
                <a:lnTo>
                  <a:pt x="11027" y="2198"/>
                </a:lnTo>
                <a:cubicBezTo>
                  <a:pt x="11122" y="2324"/>
                  <a:pt x="11122" y="2545"/>
                  <a:pt x="11027" y="2671"/>
                </a:cubicBezTo>
                <a:cubicBezTo>
                  <a:pt x="10964" y="2718"/>
                  <a:pt x="10870" y="2742"/>
                  <a:pt x="10779" y="2742"/>
                </a:cubicBezTo>
                <a:cubicBezTo>
                  <a:pt x="10689" y="2742"/>
                  <a:pt x="10602" y="2718"/>
                  <a:pt x="10555" y="2671"/>
                </a:cubicBezTo>
                <a:lnTo>
                  <a:pt x="10303" y="2419"/>
                </a:lnTo>
                <a:lnTo>
                  <a:pt x="9074" y="1190"/>
                </a:lnTo>
                <a:cubicBezTo>
                  <a:pt x="8916" y="1096"/>
                  <a:pt x="8916" y="907"/>
                  <a:pt x="9074" y="749"/>
                </a:cubicBezTo>
                <a:cubicBezTo>
                  <a:pt x="9137" y="686"/>
                  <a:pt x="9232" y="655"/>
                  <a:pt x="9322" y="655"/>
                </a:cubicBezTo>
                <a:close/>
                <a:moveTo>
                  <a:pt x="9106" y="2230"/>
                </a:moveTo>
                <a:lnTo>
                  <a:pt x="9547" y="2702"/>
                </a:lnTo>
                <a:lnTo>
                  <a:pt x="9011" y="3270"/>
                </a:lnTo>
                <a:lnTo>
                  <a:pt x="8538" y="2797"/>
                </a:lnTo>
                <a:lnTo>
                  <a:pt x="9106" y="2230"/>
                </a:lnTo>
                <a:close/>
                <a:moveTo>
                  <a:pt x="6333" y="1694"/>
                </a:moveTo>
                <a:cubicBezTo>
                  <a:pt x="6396" y="1694"/>
                  <a:pt x="6522" y="1726"/>
                  <a:pt x="6554" y="1789"/>
                </a:cubicBezTo>
                <a:lnTo>
                  <a:pt x="8759" y="3994"/>
                </a:lnTo>
                <a:lnTo>
                  <a:pt x="9988" y="5223"/>
                </a:lnTo>
                <a:cubicBezTo>
                  <a:pt x="10082" y="5254"/>
                  <a:pt x="10114" y="5349"/>
                  <a:pt x="10114" y="5475"/>
                </a:cubicBezTo>
                <a:cubicBezTo>
                  <a:pt x="10114" y="5538"/>
                  <a:pt x="10082" y="5664"/>
                  <a:pt x="9988" y="5695"/>
                </a:cubicBezTo>
                <a:cubicBezTo>
                  <a:pt x="9925" y="5727"/>
                  <a:pt x="9830" y="5821"/>
                  <a:pt x="9767" y="5821"/>
                </a:cubicBezTo>
                <a:cubicBezTo>
                  <a:pt x="9673" y="5821"/>
                  <a:pt x="9547" y="5790"/>
                  <a:pt x="9515" y="5695"/>
                </a:cubicBezTo>
                <a:lnTo>
                  <a:pt x="6081" y="2261"/>
                </a:lnTo>
                <a:cubicBezTo>
                  <a:pt x="6018" y="2198"/>
                  <a:pt x="5987" y="2104"/>
                  <a:pt x="5987" y="2041"/>
                </a:cubicBezTo>
                <a:cubicBezTo>
                  <a:pt x="5987" y="1946"/>
                  <a:pt x="6018" y="1852"/>
                  <a:pt x="6081" y="1789"/>
                </a:cubicBezTo>
                <a:cubicBezTo>
                  <a:pt x="6176" y="1726"/>
                  <a:pt x="6239" y="1694"/>
                  <a:pt x="6333" y="1694"/>
                </a:cubicBezTo>
                <a:close/>
                <a:moveTo>
                  <a:pt x="6333" y="3459"/>
                </a:moveTo>
                <a:lnTo>
                  <a:pt x="8286" y="5412"/>
                </a:lnTo>
                <a:lnTo>
                  <a:pt x="7782" y="5947"/>
                </a:lnTo>
                <a:lnTo>
                  <a:pt x="7026" y="5191"/>
                </a:lnTo>
                <a:cubicBezTo>
                  <a:pt x="6979" y="5128"/>
                  <a:pt x="6892" y="5097"/>
                  <a:pt x="6802" y="5097"/>
                </a:cubicBezTo>
                <a:cubicBezTo>
                  <a:pt x="6711" y="5097"/>
                  <a:pt x="6617" y="5128"/>
                  <a:pt x="6554" y="5191"/>
                </a:cubicBezTo>
                <a:cubicBezTo>
                  <a:pt x="6459" y="5317"/>
                  <a:pt x="6459" y="5538"/>
                  <a:pt x="6554" y="5664"/>
                </a:cubicBezTo>
                <a:lnTo>
                  <a:pt x="7310" y="6420"/>
                </a:lnTo>
                <a:lnTo>
                  <a:pt x="6837" y="6893"/>
                </a:lnTo>
                <a:lnTo>
                  <a:pt x="4884" y="4908"/>
                </a:lnTo>
                <a:lnTo>
                  <a:pt x="6333" y="3459"/>
                </a:lnTo>
                <a:close/>
                <a:moveTo>
                  <a:pt x="4348" y="5506"/>
                </a:moveTo>
                <a:lnTo>
                  <a:pt x="6333" y="7460"/>
                </a:lnTo>
                <a:lnTo>
                  <a:pt x="5860" y="7932"/>
                </a:lnTo>
                <a:lnTo>
                  <a:pt x="5388" y="7460"/>
                </a:lnTo>
                <a:cubicBezTo>
                  <a:pt x="5325" y="7412"/>
                  <a:pt x="5238" y="7389"/>
                  <a:pt x="5152" y="7389"/>
                </a:cubicBezTo>
                <a:cubicBezTo>
                  <a:pt x="5065" y="7389"/>
                  <a:pt x="4978" y="7412"/>
                  <a:pt x="4915" y="7460"/>
                </a:cubicBezTo>
                <a:cubicBezTo>
                  <a:pt x="4789" y="7586"/>
                  <a:pt x="4789" y="7838"/>
                  <a:pt x="4915" y="7932"/>
                </a:cubicBezTo>
                <a:lnTo>
                  <a:pt x="5388" y="8405"/>
                </a:lnTo>
                <a:lnTo>
                  <a:pt x="5167" y="8657"/>
                </a:lnTo>
                <a:cubicBezTo>
                  <a:pt x="4915" y="8846"/>
                  <a:pt x="4632" y="8940"/>
                  <a:pt x="4360" y="8940"/>
                </a:cubicBezTo>
                <a:cubicBezTo>
                  <a:pt x="4088" y="8940"/>
                  <a:pt x="3828" y="8846"/>
                  <a:pt x="3624" y="8657"/>
                </a:cubicBezTo>
                <a:lnTo>
                  <a:pt x="3151" y="8184"/>
                </a:lnTo>
                <a:cubicBezTo>
                  <a:pt x="2742" y="7775"/>
                  <a:pt x="2742" y="7113"/>
                  <a:pt x="3151" y="6735"/>
                </a:cubicBezTo>
                <a:lnTo>
                  <a:pt x="4348" y="5506"/>
                </a:lnTo>
                <a:close/>
                <a:moveTo>
                  <a:pt x="2678" y="8657"/>
                </a:moveTo>
                <a:lnTo>
                  <a:pt x="3151" y="9129"/>
                </a:lnTo>
                <a:lnTo>
                  <a:pt x="2899" y="9350"/>
                </a:lnTo>
                <a:cubicBezTo>
                  <a:pt x="2836" y="9413"/>
                  <a:pt x="2749" y="9444"/>
                  <a:pt x="2663" y="9444"/>
                </a:cubicBezTo>
                <a:cubicBezTo>
                  <a:pt x="2576" y="9444"/>
                  <a:pt x="2489" y="9413"/>
                  <a:pt x="2426" y="9350"/>
                </a:cubicBezTo>
                <a:cubicBezTo>
                  <a:pt x="2300" y="9255"/>
                  <a:pt x="2300" y="9003"/>
                  <a:pt x="2426" y="8877"/>
                </a:cubicBezTo>
                <a:lnTo>
                  <a:pt x="2678" y="8657"/>
                </a:lnTo>
                <a:close/>
                <a:moveTo>
                  <a:pt x="9389" y="1"/>
                </a:moveTo>
                <a:cubicBezTo>
                  <a:pt x="9121" y="1"/>
                  <a:pt x="8853" y="103"/>
                  <a:pt x="8664" y="308"/>
                </a:cubicBezTo>
                <a:cubicBezTo>
                  <a:pt x="8255" y="686"/>
                  <a:pt x="8255" y="1379"/>
                  <a:pt x="8664" y="1757"/>
                </a:cubicBezTo>
                <a:lnTo>
                  <a:pt x="8097" y="2324"/>
                </a:lnTo>
                <a:lnTo>
                  <a:pt x="7121" y="1316"/>
                </a:lnTo>
                <a:cubicBezTo>
                  <a:pt x="6932" y="1127"/>
                  <a:pt x="6648" y="1001"/>
                  <a:pt x="6365" y="1001"/>
                </a:cubicBezTo>
                <a:cubicBezTo>
                  <a:pt x="6081" y="1001"/>
                  <a:pt x="5829" y="1127"/>
                  <a:pt x="5608" y="1316"/>
                </a:cubicBezTo>
                <a:cubicBezTo>
                  <a:pt x="5419" y="1537"/>
                  <a:pt x="5293" y="1789"/>
                  <a:pt x="5293" y="2072"/>
                </a:cubicBezTo>
                <a:cubicBezTo>
                  <a:pt x="5293" y="2356"/>
                  <a:pt x="5419" y="2639"/>
                  <a:pt x="5608" y="2828"/>
                </a:cubicBezTo>
                <a:lnTo>
                  <a:pt x="5860" y="3049"/>
                </a:lnTo>
                <a:lnTo>
                  <a:pt x="2678" y="6263"/>
                </a:lnTo>
                <a:cubicBezTo>
                  <a:pt x="2143" y="6767"/>
                  <a:pt x="2048" y="7460"/>
                  <a:pt x="2269" y="8090"/>
                </a:cubicBezTo>
                <a:lnTo>
                  <a:pt x="1922" y="8468"/>
                </a:lnTo>
                <a:cubicBezTo>
                  <a:pt x="1607" y="8783"/>
                  <a:pt x="1513" y="9255"/>
                  <a:pt x="1733" y="9634"/>
                </a:cubicBezTo>
                <a:lnTo>
                  <a:pt x="95" y="11240"/>
                </a:lnTo>
                <a:cubicBezTo>
                  <a:pt x="1" y="11366"/>
                  <a:pt x="1" y="11618"/>
                  <a:pt x="95" y="11713"/>
                </a:cubicBezTo>
                <a:cubicBezTo>
                  <a:pt x="190" y="11807"/>
                  <a:pt x="284" y="11839"/>
                  <a:pt x="347" y="11839"/>
                </a:cubicBezTo>
                <a:cubicBezTo>
                  <a:pt x="410" y="11839"/>
                  <a:pt x="536" y="11807"/>
                  <a:pt x="568" y="11713"/>
                </a:cubicBezTo>
                <a:lnTo>
                  <a:pt x="2206" y="10106"/>
                </a:lnTo>
                <a:cubicBezTo>
                  <a:pt x="2363" y="10201"/>
                  <a:pt x="2458" y="10232"/>
                  <a:pt x="2615" y="10232"/>
                </a:cubicBezTo>
                <a:cubicBezTo>
                  <a:pt x="2899" y="10232"/>
                  <a:pt x="3183" y="10106"/>
                  <a:pt x="3372" y="9917"/>
                </a:cubicBezTo>
                <a:lnTo>
                  <a:pt x="3718" y="9571"/>
                </a:lnTo>
                <a:cubicBezTo>
                  <a:pt x="3939" y="9634"/>
                  <a:pt x="4159" y="9665"/>
                  <a:pt x="4348" y="9665"/>
                </a:cubicBezTo>
                <a:cubicBezTo>
                  <a:pt x="4789" y="9665"/>
                  <a:pt x="5262" y="9508"/>
                  <a:pt x="5577" y="9161"/>
                </a:cubicBezTo>
                <a:lnTo>
                  <a:pt x="8759" y="5979"/>
                </a:lnTo>
                <a:lnTo>
                  <a:pt x="9011" y="6199"/>
                </a:lnTo>
                <a:cubicBezTo>
                  <a:pt x="9200" y="6420"/>
                  <a:pt x="9484" y="6515"/>
                  <a:pt x="9767" y="6515"/>
                </a:cubicBezTo>
                <a:cubicBezTo>
                  <a:pt x="10019" y="6515"/>
                  <a:pt x="10303" y="6420"/>
                  <a:pt x="10492" y="6199"/>
                </a:cubicBezTo>
                <a:cubicBezTo>
                  <a:pt x="10712" y="6010"/>
                  <a:pt x="10807" y="5727"/>
                  <a:pt x="10807" y="5475"/>
                </a:cubicBezTo>
                <a:cubicBezTo>
                  <a:pt x="10807" y="5191"/>
                  <a:pt x="10712" y="4908"/>
                  <a:pt x="10492" y="4719"/>
                </a:cubicBezTo>
                <a:lnTo>
                  <a:pt x="9515" y="3711"/>
                </a:lnTo>
                <a:lnTo>
                  <a:pt x="10082" y="3207"/>
                </a:lnTo>
                <a:cubicBezTo>
                  <a:pt x="10271" y="3427"/>
                  <a:pt x="10555" y="3522"/>
                  <a:pt x="10807" y="3522"/>
                </a:cubicBezTo>
                <a:cubicBezTo>
                  <a:pt x="11090" y="3522"/>
                  <a:pt x="11374" y="3427"/>
                  <a:pt x="11563" y="3207"/>
                </a:cubicBezTo>
                <a:cubicBezTo>
                  <a:pt x="11972" y="2828"/>
                  <a:pt x="11972" y="2167"/>
                  <a:pt x="11563" y="1757"/>
                </a:cubicBezTo>
                <a:lnTo>
                  <a:pt x="10114" y="308"/>
                </a:lnTo>
                <a:cubicBezTo>
                  <a:pt x="9925" y="103"/>
                  <a:pt x="9657" y="1"/>
                  <a:pt x="9389" y="1"/>
                </a:cubicBezTo>
                <a:close/>
              </a:path>
            </a:pathLst>
          </a:custGeom>
          <a:solidFill>
            <a:srgbClr val="7DB9FD"/>
          </a:solidFill>
          <a:ln w="12700"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511" name="Agrupar 510">
            <a:extLst>
              <a:ext uri="{FF2B5EF4-FFF2-40B4-BE49-F238E27FC236}">
                <a16:creationId xmlns:a16="http://schemas.microsoft.com/office/drawing/2014/main" id="{38009677-1464-84DA-988C-6A0D908CF356}"/>
              </a:ext>
            </a:extLst>
          </p:cNvPr>
          <p:cNvGrpSpPr/>
          <p:nvPr/>
        </p:nvGrpSpPr>
        <p:grpSpPr>
          <a:xfrm>
            <a:off x="7490306" y="1906074"/>
            <a:ext cx="599086" cy="488997"/>
            <a:chOff x="7590046" y="2014834"/>
            <a:chExt cx="426800" cy="320393"/>
          </a:xfrm>
        </p:grpSpPr>
        <p:sp>
          <p:nvSpPr>
            <p:cNvPr id="509" name="Google Shape;1022;p22">
              <a:extLst>
                <a:ext uri="{FF2B5EF4-FFF2-40B4-BE49-F238E27FC236}">
                  <a16:creationId xmlns:a16="http://schemas.microsoft.com/office/drawing/2014/main" id="{B4B6B3D3-0ACB-0FE4-A2E0-A8B23F96C7F1}"/>
                </a:ext>
              </a:extLst>
            </p:cNvPr>
            <p:cNvSpPr/>
            <p:nvPr/>
          </p:nvSpPr>
          <p:spPr>
            <a:xfrm>
              <a:off x="7590046" y="2080343"/>
              <a:ext cx="426800" cy="254884"/>
            </a:xfrm>
            <a:custGeom>
              <a:avLst/>
              <a:gdLst/>
              <a:ahLst/>
              <a:cxnLst/>
              <a:rect l="l" t="t" r="r" b="b"/>
              <a:pathLst>
                <a:path w="2274" h="1358" extrusionOk="0">
                  <a:moveTo>
                    <a:pt x="1208" y="419"/>
                  </a:moveTo>
                  <a:lnTo>
                    <a:pt x="1208" y="646"/>
                  </a:lnTo>
                  <a:lnTo>
                    <a:pt x="1436" y="646"/>
                  </a:lnTo>
                  <a:lnTo>
                    <a:pt x="1436" y="788"/>
                  </a:lnTo>
                  <a:lnTo>
                    <a:pt x="1208" y="788"/>
                  </a:lnTo>
                  <a:lnTo>
                    <a:pt x="1208" y="1014"/>
                  </a:lnTo>
                  <a:lnTo>
                    <a:pt x="1068" y="1014"/>
                  </a:lnTo>
                  <a:lnTo>
                    <a:pt x="1068" y="788"/>
                  </a:lnTo>
                  <a:lnTo>
                    <a:pt x="840" y="788"/>
                  </a:lnTo>
                  <a:lnTo>
                    <a:pt x="840" y="646"/>
                  </a:lnTo>
                  <a:lnTo>
                    <a:pt x="1068" y="646"/>
                  </a:lnTo>
                  <a:lnTo>
                    <a:pt x="1068" y="419"/>
                  </a:lnTo>
                  <a:close/>
                  <a:moveTo>
                    <a:pt x="1" y="0"/>
                  </a:moveTo>
                  <a:lnTo>
                    <a:pt x="1" y="1357"/>
                  </a:lnTo>
                  <a:lnTo>
                    <a:pt x="2273" y="1357"/>
                  </a:lnTo>
                  <a:lnTo>
                    <a:pt x="2273" y="0"/>
                  </a:lnTo>
                  <a:close/>
                </a:path>
              </a:pathLst>
            </a:custGeom>
            <a:solidFill>
              <a:srgbClr val="6ED3D2"/>
            </a:solidFill>
            <a:ln w="12700">
              <a:solidFill>
                <a:schemeClr val="bg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1023;p22">
              <a:extLst>
                <a:ext uri="{FF2B5EF4-FFF2-40B4-BE49-F238E27FC236}">
                  <a16:creationId xmlns:a16="http://schemas.microsoft.com/office/drawing/2014/main" id="{59E2FE77-9AF4-9443-C554-E3556B89C6ED}"/>
                </a:ext>
              </a:extLst>
            </p:cNvPr>
            <p:cNvSpPr/>
            <p:nvPr/>
          </p:nvSpPr>
          <p:spPr>
            <a:xfrm>
              <a:off x="7731190" y="2014834"/>
              <a:ext cx="145269" cy="61938"/>
            </a:xfrm>
            <a:custGeom>
              <a:avLst/>
              <a:gdLst/>
              <a:ahLst/>
              <a:cxnLst/>
              <a:rect l="l" t="t" r="r" b="b"/>
              <a:pathLst>
                <a:path w="774" h="330" extrusionOk="0">
                  <a:moveTo>
                    <a:pt x="158" y="1"/>
                  </a:moveTo>
                  <a:cubicBezTo>
                    <a:pt x="71" y="1"/>
                    <a:pt x="1" y="71"/>
                    <a:pt x="1" y="158"/>
                  </a:cubicBezTo>
                  <a:lnTo>
                    <a:pt x="1" y="329"/>
                  </a:lnTo>
                  <a:lnTo>
                    <a:pt x="101" y="329"/>
                  </a:lnTo>
                  <a:lnTo>
                    <a:pt x="101" y="158"/>
                  </a:lnTo>
                  <a:cubicBezTo>
                    <a:pt x="101" y="127"/>
                    <a:pt x="128" y="99"/>
                    <a:pt x="159" y="99"/>
                  </a:cubicBezTo>
                  <a:lnTo>
                    <a:pt x="615" y="99"/>
                  </a:lnTo>
                  <a:cubicBezTo>
                    <a:pt x="646" y="99"/>
                    <a:pt x="674" y="127"/>
                    <a:pt x="674" y="158"/>
                  </a:cubicBezTo>
                  <a:lnTo>
                    <a:pt x="674" y="329"/>
                  </a:lnTo>
                  <a:lnTo>
                    <a:pt x="773" y="329"/>
                  </a:lnTo>
                  <a:lnTo>
                    <a:pt x="773" y="158"/>
                  </a:lnTo>
                  <a:cubicBezTo>
                    <a:pt x="771" y="71"/>
                    <a:pt x="701" y="1"/>
                    <a:pt x="614" y="1"/>
                  </a:cubicBezTo>
                  <a:close/>
                </a:path>
              </a:pathLst>
            </a:custGeom>
            <a:solidFill>
              <a:srgbClr val="6ED3D2"/>
            </a:solidFill>
            <a:ln w="12700">
              <a:solidFill>
                <a:schemeClr val="bg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0509832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1" name="Google Shape;2341;p36"/>
          <p:cNvSpPr txBox="1"/>
          <p:nvPr/>
        </p:nvSpPr>
        <p:spPr>
          <a:xfrm>
            <a:off x="311700" y="2926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 dirty="0">
                <a:latin typeface="Fira Sans"/>
                <a:ea typeface="Fira Sans"/>
                <a:cs typeface="Fira Sans"/>
                <a:sym typeface="Fira Sans"/>
              </a:rPr>
              <a:t>Conclusões</a:t>
            </a:r>
            <a:endParaRPr sz="2800" b="1" dirty="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342" name="Google Shape;2342;p36"/>
          <p:cNvSpPr/>
          <p:nvPr/>
        </p:nvSpPr>
        <p:spPr>
          <a:xfrm>
            <a:off x="5915012" y="1342350"/>
            <a:ext cx="68538" cy="68134"/>
          </a:xfrm>
          <a:custGeom>
            <a:avLst/>
            <a:gdLst/>
            <a:ahLst/>
            <a:cxnLst/>
            <a:rect l="l" t="t" r="r" b="b"/>
            <a:pathLst>
              <a:path w="339" h="337" extrusionOk="0">
                <a:moveTo>
                  <a:pt x="172" y="1"/>
                </a:moveTo>
                <a:cubicBezTo>
                  <a:pt x="171" y="1"/>
                  <a:pt x="170" y="1"/>
                  <a:pt x="169" y="1"/>
                </a:cubicBezTo>
                <a:cubicBezTo>
                  <a:pt x="77" y="1"/>
                  <a:pt x="1" y="74"/>
                  <a:pt x="1" y="167"/>
                </a:cubicBezTo>
                <a:cubicBezTo>
                  <a:pt x="1" y="259"/>
                  <a:pt x="75" y="336"/>
                  <a:pt x="169" y="336"/>
                </a:cubicBezTo>
                <a:cubicBezTo>
                  <a:pt x="263" y="336"/>
                  <a:pt x="339" y="259"/>
                  <a:pt x="339" y="167"/>
                </a:cubicBezTo>
                <a:cubicBezTo>
                  <a:pt x="339" y="76"/>
                  <a:pt x="263" y="1"/>
                  <a:pt x="172" y="1"/>
                </a:cubicBezTo>
                <a:close/>
              </a:path>
            </a:pathLst>
          </a:custGeom>
          <a:solidFill>
            <a:srgbClr val="023B5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3" name="Google Shape;2343;p36"/>
          <p:cNvSpPr/>
          <p:nvPr/>
        </p:nvSpPr>
        <p:spPr>
          <a:xfrm>
            <a:off x="3142575" y="1342350"/>
            <a:ext cx="68336" cy="68134"/>
          </a:xfrm>
          <a:custGeom>
            <a:avLst/>
            <a:gdLst/>
            <a:ahLst/>
            <a:cxnLst/>
            <a:rect l="l" t="t" r="r" b="b"/>
            <a:pathLst>
              <a:path w="338" h="337" extrusionOk="0">
                <a:moveTo>
                  <a:pt x="166" y="1"/>
                </a:moveTo>
                <a:cubicBezTo>
                  <a:pt x="76" y="1"/>
                  <a:pt x="0" y="76"/>
                  <a:pt x="0" y="167"/>
                </a:cubicBezTo>
                <a:cubicBezTo>
                  <a:pt x="0" y="259"/>
                  <a:pt x="78" y="336"/>
                  <a:pt x="170" y="336"/>
                </a:cubicBezTo>
                <a:cubicBezTo>
                  <a:pt x="262" y="336"/>
                  <a:pt x="338" y="259"/>
                  <a:pt x="338" y="167"/>
                </a:cubicBezTo>
                <a:cubicBezTo>
                  <a:pt x="338" y="74"/>
                  <a:pt x="262" y="1"/>
                  <a:pt x="170" y="1"/>
                </a:cubicBezTo>
                <a:cubicBezTo>
                  <a:pt x="169" y="1"/>
                  <a:pt x="168" y="1"/>
                  <a:pt x="166" y="1"/>
                </a:cubicBezTo>
                <a:close/>
              </a:path>
            </a:pathLst>
          </a:custGeom>
          <a:solidFill>
            <a:srgbClr val="023B5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4" name="Google Shape;2344;p36"/>
          <p:cNvSpPr txBox="1"/>
          <p:nvPr/>
        </p:nvSpPr>
        <p:spPr>
          <a:xfrm>
            <a:off x="7258673" y="3233805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3600" b="1" dirty="0">
                <a:solidFill>
                  <a:schemeClr val="accent3"/>
                </a:solidFill>
                <a:latin typeface="Fira Sans"/>
                <a:ea typeface="Fira Sans"/>
                <a:cs typeface="Fira Sans"/>
                <a:sym typeface="Fira Sans"/>
              </a:rPr>
              <a:t>04</a:t>
            </a:r>
            <a:endParaRPr sz="3600" b="1" dirty="0">
              <a:solidFill>
                <a:schemeClr val="accent3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345" name="Google Shape;2345;p36"/>
          <p:cNvSpPr txBox="1"/>
          <p:nvPr/>
        </p:nvSpPr>
        <p:spPr>
          <a:xfrm>
            <a:off x="7288785" y="942648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3600" b="1">
                <a:solidFill>
                  <a:schemeClr val="accent2"/>
                </a:solidFill>
                <a:latin typeface="Fira Sans"/>
                <a:ea typeface="Fira Sans"/>
                <a:cs typeface="Fira Sans"/>
                <a:sym typeface="Fira Sans"/>
              </a:rPr>
              <a:t>02</a:t>
            </a:r>
            <a:endParaRPr sz="3600" b="1">
              <a:solidFill>
                <a:schemeClr val="accent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346" name="Google Shape;2346;p36"/>
          <p:cNvSpPr txBox="1"/>
          <p:nvPr/>
        </p:nvSpPr>
        <p:spPr>
          <a:xfrm>
            <a:off x="537559" y="3037679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3600" b="1" dirty="0">
                <a:solidFill>
                  <a:schemeClr val="accent4"/>
                </a:solidFill>
                <a:latin typeface="Fira Sans"/>
                <a:ea typeface="Fira Sans"/>
                <a:cs typeface="Fira Sans"/>
                <a:sym typeface="Fira Sans"/>
              </a:rPr>
              <a:t>03</a:t>
            </a:r>
            <a:endParaRPr sz="3600" b="1" dirty="0">
              <a:solidFill>
                <a:schemeClr val="accent4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347" name="Google Shape;2347;p36"/>
          <p:cNvSpPr txBox="1"/>
          <p:nvPr/>
        </p:nvSpPr>
        <p:spPr>
          <a:xfrm>
            <a:off x="537559" y="942648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3600" b="1">
                <a:solidFill>
                  <a:schemeClr val="accent1"/>
                </a:solidFill>
                <a:latin typeface="Fira Sans"/>
                <a:ea typeface="Fira Sans"/>
                <a:cs typeface="Fira Sans"/>
                <a:sym typeface="Fira Sans"/>
              </a:rPr>
              <a:t>01</a:t>
            </a:r>
            <a:endParaRPr sz="3600" b="1">
              <a:solidFill>
                <a:schemeClr val="accen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348" name="Google Shape;2348;p36"/>
          <p:cNvSpPr txBox="1"/>
          <p:nvPr/>
        </p:nvSpPr>
        <p:spPr>
          <a:xfrm>
            <a:off x="537559" y="3653979"/>
            <a:ext cx="1926600" cy="1222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Agências com melhor classificação obtiveram avaliações mais altas relativamente a fatores percecionados pelos utentes.</a:t>
            </a:r>
            <a:endParaRPr sz="1200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49" name="Google Shape;2349;p36"/>
          <p:cNvSpPr txBox="1"/>
          <p:nvPr/>
        </p:nvSpPr>
        <p:spPr>
          <a:xfrm>
            <a:off x="6581794" y="1542699"/>
            <a:ext cx="2015891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Para o estabelecimento de uma agência devem ser tidos em conta fatores sociais e geográficos.</a:t>
            </a:r>
            <a:endParaRPr sz="1200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50" name="Google Shape;2350;p36"/>
          <p:cNvSpPr txBox="1"/>
          <p:nvPr/>
        </p:nvSpPr>
        <p:spPr>
          <a:xfrm>
            <a:off x="537559" y="1542697"/>
            <a:ext cx="1926600" cy="1365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Criação de </a:t>
            </a:r>
            <a:r>
              <a:rPr lang="pt-PT" sz="1200" i="1" dirty="0" err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dashboards</a:t>
            </a:r>
            <a:r>
              <a:rPr lang="pt-PT" sz="120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interativos no </a:t>
            </a:r>
            <a:r>
              <a:rPr lang="pt-PT" sz="1200" dirty="0" err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PowerBI</a:t>
            </a:r>
            <a:r>
              <a:rPr lang="pt-PT" sz="1200" dirty="0">
                <a:latin typeface="Roboto"/>
                <a:ea typeface="Roboto"/>
                <a:cs typeface="Roboto"/>
                <a:sym typeface="Roboto"/>
              </a:rPr>
              <a:t>; I</a:t>
            </a:r>
            <a:r>
              <a:rPr lang="pt-PT" sz="120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mportância da recolha e análise de dados na tomada de decisão estratégica.</a:t>
            </a:r>
            <a:endParaRPr sz="1200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51" name="Google Shape;2351;p36"/>
          <p:cNvSpPr txBox="1"/>
          <p:nvPr/>
        </p:nvSpPr>
        <p:spPr>
          <a:xfrm>
            <a:off x="6401692" y="3833996"/>
            <a:ext cx="2175384" cy="1222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pt-PT" sz="1200" dirty="0">
                <a:latin typeface="Roboto"/>
                <a:ea typeface="Roboto"/>
                <a:cs typeface="Roboto"/>
                <a:sym typeface="Roboto"/>
              </a:rPr>
              <a:t>F</a:t>
            </a:r>
            <a:r>
              <a:rPr lang="pt-PT" sz="120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atores técnicos como tempo de atendimento ou sucesso da intervenção associados às agências de menor classificação.</a:t>
            </a:r>
            <a:endParaRPr sz="1200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2352" name="Google Shape;2352;p36"/>
          <p:cNvGrpSpPr/>
          <p:nvPr/>
        </p:nvGrpSpPr>
        <p:grpSpPr>
          <a:xfrm>
            <a:off x="3142575" y="1365600"/>
            <a:ext cx="2840571" cy="3109050"/>
            <a:chOff x="3142575" y="1365600"/>
            <a:chExt cx="2840571" cy="3109050"/>
          </a:xfrm>
        </p:grpSpPr>
        <p:grpSp>
          <p:nvGrpSpPr>
            <p:cNvPr id="2353" name="Google Shape;2353;p36"/>
            <p:cNvGrpSpPr/>
            <p:nvPr/>
          </p:nvGrpSpPr>
          <p:grpSpPr>
            <a:xfrm>
              <a:off x="3296431" y="1641974"/>
              <a:ext cx="2532880" cy="2532475"/>
              <a:chOff x="3296431" y="1641974"/>
              <a:chExt cx="2532880" cy="2532475"/>
            </a:xfrm>
          </p:grpSpPr>
          <p:sp>
            <p:nvSpPr>
              <p:cNvPr id="2354" name="Google Shape;2354;p36"/>
              <p:cNvSpPr/>
              <p:nvPr/>
            </p:nvSpPr>
            <p:spPr>
              <a:xfrm>
                <a:off x="3296835" y="1642378"/>
                <a:ext cx="1265833" cy="1265833"/>
              </a:xfrm>
              <a:custGeom>
                <a:avLst/>
                <a:gdLst/>
                <a:ahLst/>
                <a:cxnLst/>
                <a:rect l="l" t="t" r="r" b="b"/>
                <a:pathLst>
                  <a:path w="6261" h="6261" extrusionOk="0">
                    <a:moveTo>
                      <a:pt x="6261" y="0"/>
                    </a:moveTo>
                    <a:cubicBezTo>
                      <a:pt x="2805" y="0"/>
                      <a:pt x="0" y="2803"/>
                      <a:pt x="0" y="6261"/>
                    </a:cubicBezTo>
                    <a:lnTo>
                      <a:pt x="6261" y="6261"/>
                    </a:lnTo>
                    <a:lnTo>
                      <a:pt x="6261" y="0"/>
                    </a:lnTo>
                    <a:close/>
                  </a:path>
                </a:pathLst>
              </a:custGeom>
              <a:solidFill>
                <a:srgbClr val="3E75A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5" name="Google Shape;2355;p36"/>
              <p:cNvSpPr/>
              <p:nvPr/>
            </p:nvSpPr>
            <p:spPr>
              <a:xfrm>
                <a:off x="4562860" y="1642378"/>
                <a:ext cx="1266036" cy="1265833"/>
              </a:xfrm>
              <a:custGeom>
                <a:avLst/>
                <a:gdLst/>
                <a:ahLst/>
                <a:cxnLst/>
                <a:rect l="l" t="t" r="r" b="b"/>
                <a:pathLst>
                  <a:path w="6262" h="6261" extrusionOk="0">
                    <a:moveTo>
                      <a:pt x="1" y="0"/>
                    </a:moveTo>
                    <a:lnTo>
                      <a:pt x="1" y="6261"/>
                    </a:lnTo>
                    <a:lnTo>
                      <a:pt x="6261" y="6261"/>
                    </a:lnTo>
                    <a:cubicBezTo>
                      <a:pt x="6261" y="2803"/>
                      <a:pt x="3458" y="0"/>
                      <a:pt x="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6" name="Google Shape;2356;p36"/>
              <p:cNvSpPr/>
              <p:nvPr/>
            </p:nvSpPr>
            <p:spPr>
              <a:xfrm>
                <a:off x="5375809" y="1937554"/>
                <a:ext cx="453080" cy="970654"/>
              </a:xfrm>
              <a:custGeom>
                <a:avLst/>
                <a:gdLst/>
                <a:ahLst/>
                <a:cxnLst/>
                <a:rect l="l" t="t" r="r" b="b"/>
                <a:pathLst>
                  <a:path w="2241" h="4801" extrusionOk="0">
                    <a:moveTo>
                      <a:pt x="0" y="1"/>
                    </a:moveTo>
                    <a:lnTo>
                      <a:pt x="0" y="1"/>
                    </a:lnTo>
                    <a:cubicBezTo>
                      <a:pt x="913" y="1089"/>
                      <a:pt x="1463" y="2491"/>
                      <a:pt x="1463" y="4023"/>
                    </a:cubicBezTo>
                    <a:cubicBezTo>
                      <a:pt x="1463" y="4287"/>
                      <a:pt x="1447" y="4547"/>
                      <a:pt x="1414" y="4801"/>
                    </a:cubicBezTo>
                    <a:lnTo>
                      <a:pt x="2240" y="4801"/>
                    </a:lnTo>
                    <a:cubicBezTo>
                      <a:pt x="2240" y="2873"/>
                      <a:pt x="1369" y="1149"/>
                      <a:pt x="0" y="1"/>
                    </a:cubicBezTo>
                    <a:close/>
                  </a:path>
                </a:pathLst>
              </a:custGeom>
              <a:solidFill>
                <a:srgbClr val="606060">
                  <a:alpha val="36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7" name="Google Shape;2357;p36"/>
              <p:cNvSpPr/>
              <p:nvPr/>
            </p:nvSpPr>
            <p:spPr>
              <a:xfrm>
                <a:off x="4562860" y="2907994"/>
                <a:ext cx="1266036" cy="1266036"/>
              </a:xfrm>
              <a:custGeom>
                <a:avLst/>
                <a:gdLst/>
                <a:ahLst/>
                <a:cxnLst/>
                <a:rect l="l" t="t" r="r" b="b"/>
                <a:pathLst>
                  <a:path w="6262" h="6262" extrusionOk="0">
                    <a:moveTo>
                      <a:pt x="1" y="1"/>
                    </a:moveTo>
                    <a:lnTo>
                      <a:pt x="1" y="6261"/>
                    </a:lnTo>
                    <a:cubicBezTo>
                      <a:pt x="2" y="6261"/>
                      <a:pt x="3" y="6261"/>
                      <a:pt x="5" y="6261"/>
                    </a:cubicBezTo>
                    <a:cubicBezTo>
                      <a:pt x="3461" y="6261"/>
                      <a:pt x="6261" y="3459"/>
                      <a:pt x="626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8" name="Google Shape;2358;p36"/>
              <p:cNvSpPr/>
              <p:nvPr/>
            </p:nvSpPr>
            <p:spPr>
              <a:xfrm>
                <a:off x="4562860" y="2907994"/>
                <a:ext cx="1266036" cy="1266036"/>
              </a:xfrm>
              <a:custGeom>
                <a:avLst/>
                <a:gdLst/>
                <a:ahLst/>
                <a:cxnLst/>
                <a:rect l="l" t="t" r="r" b="b"/>
                <a:pathLst>
                  <a:path w="6262" h="6262" extrusionOk="0">
                    <a:moveTo>
                      <a:pt x="5435" y="1"/>
                    </a:moveTo>
                    <a:cubicBezTo>
                      <a:pt x="5081" y="2836"/>
                      <a:pt x="2834" y="5085"/>
                      <a:pt x="1" y="5435"/>
                    </a:cubicBezTo>
                    <a:lnTo>
                      <a:pt x="1" y="6261"/>
                    </a:lnTo>
                    <a:cubicBezTo>
                      <a:pt x="3458" y="6261"/>
                      <a:pt x="6261" y="3458"/>
                      <a:pt x="6261" y="1"/>
                    </a:cubicBezTo>
                    <a:close/>
                  </a:path>
                </a:pathLst>
              </a:custGeom>
              <a:solidFill>
                <a:srgbClr val="606060">
                  <a:alpha val="36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9" name="Google Shape;2359;p36"/>
              <p:cNvSpPr/>
              <p:nvPr/>
            </p:nvSpPr>
            <p:spPr>
              <a:xfrm>
                <a:off x="3296835" y="2908399"/>
                <a:ext cx="1266238" cy="1266036"/>
              </a:xfrm>
              <a:custGeom>
                <a:avLst/>
                <a:gdLst/>
                <a:ahLst/>
                <a:cxnLst/>
                <a:rect l="l" t="t" r="r" b="b"/>
                <a:pathLst>
                  <a:path w="6263" h="6262" extrusionOk="0">
                    <a:moveTo>
                      <a:pt x="2" y="1"/>
                    </a:moveTo>
                    <a:cubicBezTo>
                      <a:pt x="0" y="3458"/>
                      <a:pt x="2805" y="6261"/>
                      <a:pt x="6263" y="6261"/>
                    </a:cubicBezTo>
                    <a:lnTo>
                      <a:pt x="6263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0" name="Google Shape;2360;p36"/>
              <p:cNvSpPr/>
              <p:nvPr/>
            </p:nvSpPr>
            <p:spPr>
              <a:xfrm>
                <a:off x="3593023" y="3721142"/>
                <a:ext cx="970452" cy="453282"/>
              </a:xfrm>
              <a:custGeom>
                <a:avLst/>
                <a:gdLst/>
                <a:ahLst/>
                <a:cxnLst/>
                <a:rect l="l" t="t" r="r" b="b"/>
                <a:pathLst>
                  <a:path w="4800" h="2242" extrusionOk="0">
                    <a:moveTo>
                      <a:pt x="0" y="1"/>
                    </a:moveTo>
                    <a:lnTo>
                      <a:pt x="0" y="1"/>
                    </a:lnTo>
                    <a:cubicBezTo>
                      <a:pt x="1148" y="1372"/>
                      <a:pt x="2871" y="2241"/>
                      <a:pt x="4800" y="2241"/>
                    </a:cubicBezTo>
                    <a:lnTo>
                      <a:pt x="4800" y="1417"/>
                    </a:lnTo>
                    <a:cubicBezTo>
                      <a:pt x="4542" y="1447"/>
                      <a:pt x="4284" y="1464"/>
                      <a:pt x="4020" y="1464"/>
                    </a:cubicBezTo>
                    <a:cubicBezTo>
                      <a:pt x="2488" y="1464"/>
                      <a:pt x="1087" y="915"/>
                      <a:pt x="0" y="1"/>
                    </a:cubicBezTo>
                    <a:close/>
                  </a:path>
                </a:pathLst>
              </a:custGeom>
              <a:solidFill>
                <a:srgbClr val="606060">
                  <a:alpha val="36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1" name="Google Shape;2361;p36"/>
              <p:cNvSpPr/>
              <p:nvPr/>
            </p:nvSpPr>
            <p:spPr>
              <a:xfrm>
                <a:off x="3833612" y="2179153"/>
                <a:ext cx="1458306" cy="1458711"/>
              </a:xfrm>
              <a:custGeom>
                <a:avLst/>
                <a:gdLst/>
                <a:ahLst/>
                <a:cxnLst/>
                <a:rect l="l" t="t" r="r" b="b"/>
                <a:pathLst>
                  <a:path w="7213" h="7215" extrusionOk="0">
                    <a:moveTo>
                      <a:pt x="2452" y="1"/>
                    </a:moveTo>
                    <a:lnTo>
                      <a:pt x="2452" y="2450"/>
                    </a:lnTo>
                    <a:lnTo>
                      <a:pt x="1" y="2450"/>
                    </a:lnTo>
                    <a:lnTo>
                      <a:pt x="1" y="4762"/>
                    </a:lnTo>
                    <a:lnTo>
                      <a:pt x="2452" y="4762"/>
                    </a:lnTo>
                    <a:lnTo>
                      <a:pt x="2452" y="7215"/>
                    </a:lnTo>
                    <a:lnTo>
                      <a:pt x="4764" y="7215"/>
                    </a:lnTo>
                    <a:lnTo>
                      <a:pt x="4764" y="4762"/>
                    </a:lnTo>
                    <a:lnTo>
                      <a:pt x="7213" y="4762"/>
                    </a:lnTo>
                    <a:lnTo>
                      <a:pt x="7213" y="2450"/>
                    </a:lnTo>
                    <a:lnTo>
                      <a:pt x="4764" y="2450"/>
                    </a:lnTo>
                    <a:lnTo>
                      <a:pt x="4764" y="1"/>
                    </a:ln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2" name="Google Shape;2362;p36"/>
              <p:cNvSpPr/>
              <p:nvPr/>
            </p:nvSpPr>
            <p:spPr>
              <a:xfrm>
                <a:off x="4327932" y="2674684"/>
                <a:ext cx="963174" cy="963174"/>
              </a:xfrm>
              <a:custGeom>
                <a:avLst/>
                <a:gdLst/>
                <a:ahLst/>
                <a:cxnLst/>
                <a:rect l="l" t="t" r="r" b="b"/>
                <a:pathLst>
                  <a:path w="4764" h="4764" extrusionOk="0">
                    <a:moveTo>
                      <a:pt x="3988" y="1"/>
                    </a:moveTo>
                    <a:lnTo>
                      <a:pt x="3988" y="1478"/>
                    </a:lnTo>
                    <a:lnTo>
                      <a:pt x="1871" y="1478"/>
                    </a:lnTo>
                    <a:cubicBezTo>
                      <a:pt x="1687" y="1478"/>
                      <a:pt x="1535" y="1627"/>
                      <a:pt x="1535" y="1811"/>
                    </a:cubicBezTo>
                    <a:lnTo>
                      <a:pt x="1535" y="3929"/>
                    </a:lnTo>
                    <a:lnTo>
                      <a:pt x="1" y="3929"/>
                    </a:lnTo>
                    <a:lnTo>
                      <a:pt x="1" y="4764"/>
                    </a:lnTo>
                    <a:lnTo>
                      <a:pt x="2313" y="4764"/>
                    </a:lnTo>
                    <a:lnTo>
                      <a:pt x="2313" y="2313"/>
                    </a:lnTo>
                    <a:lnTo>
                      <a:pt x="4764" y="2313"/>
                    </a:lnTo>
                    <a:lnTo>
                      <a:pt x="4764" y="1"/>
                    </a:lnTo>
                    <a:close/>
                  </a:path>
                </a:pathLst>
              </a:custGeom>
              <a:solidFill>
                <a:srgbClr val="606060">
                  <a:alpha val="15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3" name="Google Shape;2363;p36"/>
              <p:cNvSpPr/>
              <p:nvPr/>
            </p:nvSpPr>
            <p:spPr>
              <a:xfrm>
                <a:off x="3833612" y="2179153"/>
                <a:ext cx="1458306" cy="1458711"/>
              </a:xfrm>
              <a:custGeom>
                <a:avLst/>
                <a:gdLst/>
                <a:ahLst/>
                <a:cxnLst/>
                <a:rect l="l" t="t" r="r" b="b"/>
                <a:pathLst>
                  <a:path w="7213" h="7215" extrusionOk="0">
                    <a:moveTo>
                      <a:pt x="2452" y="1"/>
                    </a:moveTo>
                    <a:lnTo>
                      <a:pt x="2452" y="3"/>
                    </a:lnTo>
                    <a:lnTo>
                      <a:pt x="4764" y="3"/>
                    </a:lnTo>
                    <a:lnTo>
                      <a:pt x="4764" y="1"/>
                    </a:lnTo>
                    <a:close/>
                    <a:moveTo>
                      <a:pt x="1" y="2450"/>
                    </a:moveTo>
                    <a:lnTo>
                      <a:pt x="1" y="2452"/>
                    </a:lnTo>
                    <a:lnTo>
                      <a:pt x="2452" y="2452"/>
                    </a:lnTo>
                    <a:lnTo>
                      <a:pt x="2452" y="2450"/>
                    </a:lnTo>
                    <a:close/>
                    <a:moveTo>
                      <a:pt x="4764" y="2450"/>
                    </a:moveTo>
                    <a:lnTo>
                      <a:pt x="4764" y="2452"/>
                    </a:lnTo>
                    <a:lnTo>
                      <a:pt x="7213" y="2452"/>
                    </a:lnTo>
                    <a:lnTo>
                      <a:pt x="7213" y="2450"/>
                    </a:lnTo>
                    <a:close/>
                    <a:moveTo>
                      <a:pt x="1" y="4762"/>
                    </a:moveTo>
                    <a:lnTo>
                      <a:pt x="1" y="4764"/>
                    </a:lnTo>
                    <a:lnTo>
                      <a:pt x="2452" y="4764"/>
                    </a:lnTo>
                    <a:lnTo>
                      <a:pt x="2452" y="4762"/>
                    </a:lnTo>
                    <a:close/>
                    <a:moveTo>
                      <a:pt x="4764" y="4762"/>
                    </a:moveTo>
                    <a:lnTo>
                      <a:pt x="4764" y="4764"/>
                    </a:lnTo>
                    <a:lnTo>
                      <a:pt x="7213" y="4764"/>
                    </a:lnTo>
                    <a:lnTo>
                      <a:pt x="7213" y="4762"/>
                    </a:lnTo>
                    <a:close/>
                    <a:moveTo>
                      <a:pt x="2452" y="7213"/>
                    </a:moveTo>
                    <a:lnTo>
                      <a:pt x="2452" y="7215"/>
                    </a:lnTo>
                    <a:lnTo>
                      <a:pt x="4764" y="7215"/>
                    </a:lnTo>
                    <a:lnTo>
                      <a:pt x="4764" y="7213"/>
                    </a:lnTo>
                    <a:close/>
                  </a:path>
                </a:pathLst>
              </a:custGeom>
              <a:solidFill>
                <a:srgbClr val="023B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4" name="Google Shape;2364;p36"/>
              <p:cNvSpPr/>
              <p:nvPr/>
            </p:nvSpPr>
            <p:spPr>
              <a:xfrm>
                <a:off x="3296431" y="1641974"/>
                <a:ext cx="2532880" cy="2532475"/>
              </a:xfrm>
              <a:custGeom>
                <a:avLst/>
                <a:gdLst/>
                <a:ahLst/>
                <a:cxnLst/>
                <a:rect l="l" t="t" r="r" b="b"/>
                <a:pathLst>
                  <a:path w="12528" h="12526" extrusionOk="0">
                    <a:moveTo>
                      <a:pt x="6265" y="2"/>
                    </a:moveTo>
                    <a:cubicBezTo>
                      <a:pt x="9716" y="2"/>
                      <a:pt x="12525" y="2813"/>
                      <a:pt x="12525" y="6263"/>
                    </a:cubicBezTo>
                    <a:cubicBezTo>
                      <a:pt x="12525" y="9716"/>
                      <a:pt x="9716" y="12523"/>
                      <a:pt x="6265" y="12523"/>
                    </a:cubicBezTo>
                    <a:cubicBezTo>
                      <a:pt x="2811" y="12523"/>
                      <a:pt x="4" y="9716"/>
                      <a:pt x="4" y="6263"/>
                    </a:cubicBezTo>
                    <a:cubicBezTo>
                      <a:pt x="4" y="2811"/>
                      <a:pt x="2811" y="2"/>
                      <a:pt x="6265" y="2"/>
                    </a:cubicBezTo>
                    <a:close/>
                    <a:moveTo>
                      <a:pt x="6265" y="0"/>
                    </a:moveTo>
                    <a:cubicBezTo>
                      <a:pt x="5839" y="0"/>
                      <a:pt x="5416" y="43"/>
                      <a:pt x="5003" y="127"/>
                    </a:cubicBezTo>
                    <a:cubicBezTo>
                      <a:pt x="4599" y="211"/>
                      <a:pt x="4207" y="331"/>
                      <a:pt x="3826" y="493"/>
                    </a:cubicBezTo>
                    <a:cubicBezTo>
                      <a:pt x="3456" y="653"/>
                      <a:pt x="3098" y="847"/>
                      <a:pt x="2762" y="1072"/>
                    </a:cubicBezTo>
                    <a:cubicBezTo>
                      <a:pt x="2433" y="1295"/>
                      <a:pt x="2122" y="1555"/>
                      <a:pt x="1837" y="1835"/>
                    </a:cubicBezTo>
                    <a:cubicBezTo>
                      <a:pt x="1553" y="2118"/>
                      <a:pt x="1297" y="2429"/>
                      <a:pt x="1072" y="2762"/>
                    </a:cubicBezTo>
                    <a:cubicBezTo>
                      <a:pt x="845" y="3098"/>
                      <a:pt x="651" y="3456"/>
                      <a:pt x="495" y="3826"/>
                    </a:cubicBezTo>
                    <a:cubicBezTo>
                      <a:pt x="334" y="4204"/>
                      <a:pt x="211" y="4601"/>
                      <a:pt x="129" y="5002"/>
                    </a:cubicBezTo>
                    <a:cubicBezTo>
                      <a:pt x="45" y="5414"/>
                      <a:pt x="0" y="5837"/>
                      <a:pt x="0" y="6263"/>
                    </a:cubicBezTo>
                    <a:cubicBezTo>
                      <a:pt x="0" y="6688"/>
                      <a:pt x="45" y="7112"/>
                      <a:pt x="129" y="7523"/>
                    </a:cubicBezTo>
                    <a:cubicBezTo>
                      <a:pt x="213" y="7928"/>
                      <a:pt x="336" y="8321"/>
                      <a:pt x="495" y="8699"/>
                    </a:cubicBezTo>
                    <a:cubicBezTo>
                      <a:pt x="653" y="9072"/>
                      <a:pt x="847" y="9430"/>
                      <a:pt x="1072" y="9763"/>
                    </a:cubicBezTo>
                    <a:cubicBezTo>
                      <a:pt x="1297" y="10095"/>
                      <a:pt x="1555" y="10406"/>
                      <a:pt x="1837" y="10690"/>
                    </a:cubicBezTo>
                    <a:cubicBezTo>
                      <a:pt x="2118" y="10974"/>
                      <a:pt x="2431" y="11230"/>
                      <a:pt x="2762" y="11455"/>
                    </a:cubicBezTo>
                    <a:cubicBezTo>
                      <a:pt x="3098" y="11682"/>
                      <a:pt x="3456" y="11877"/>
                      <a:pt x="3826" y="12032"/>
                    </a:cubicBezTo>
                    <a:cubicBezTo>
                      <a:pt x="4207" y="12194"/>
                      <a:pt x="4602" y="12317"/>
                      <a:pt x="5003" y="12398"/>
                    </a:cubicBezTo>
                    <a:cubicBezTo>
                      <a:pt x="5416" y="12482"/>
                      <a:pt x="5839" y="12525"/>
                      <a:pt x="6265" y="12525"/>
                    </a:cubicBezTo>
                    <a:cubicBezTo>
                      <a:pt x="6688" y="12525"/>
                      <a:pt x="7114" y="12482"/>
                      <a:pt x="7525" y="12398"/>
                    </a:cubicBezTo>
                    <a:cubicBezTo>
                      <a:pt x="7930" y="12314"/>
                      <a:pt x="8323" y="12194"/>
                      <a:pt x="8702" y="12032"/>
                    </a:cubicBezTo>
                    <a:cubicBezTo>
                      <a:pt x="9072" y="11873"/>
                      <a:pt x="9430" y="11680"/>
                      <a:pt x="9765" y="11455"/>
                    </a:cubicBezTo>
                    <a:cubicBezTo>
                      <a:pt x="10095" y="11230"/>
                      <a:pt x="10408" y="10970"/>
                      <a:pt x="10690" y="10690"/>
                    </a:cubicBezTo>
                    <a:cubicBezTo>
                      <a:pt x="10975" y="10408"/>
                      <a:pt x="11230" y="10097"/>
                      <a:pt x="11455" y="9763"/>
                    </a:cubicBezTo>
                    <a:cubicBezTo>
                      <a:pt x="11685" y="9430"/>
                      <a:pt x="11879" y="9072"/>
                      <a:pt x="12034" y="8699"/>
                    </a:cubicBezTo>
                    <a:cubicBezTo>
                      <a:pt x="12196" y="8321"/>
                      <a:pt x="12319" y="7926"/>
                      <a:pt x="12401" y="7523"/>
                    </a:cubicBezTo>
                    <a:cubicBezTo>
                      <a:pt x="12484" y="7112"/>
                      <a:pt x="12527" y="6688"/>
                      <a:pt x="12527" y="6263"/>
                    </a:cubicBezTo>
                    <a:cubicBezTo>
                      <a:pt x="12527" y="5837"/>
                      <a:pt x="12484" y="5414"/>
                      <a:pt x="12401" y="5002"/>
                    </a:cubicBezTo>
                    <a:cubicBezTo>
                      <a:pt x="12315" y="4597"/>
                      <a:pt x="12192" y="4204"/>
                      <a:pt x="12034" y="3826"/>
                    </a:cubicBezTo>
                    <a:cubicBezTo>
                      <a:pt x="11875" y="3456"/>
                      <a:pt x="11680" y="3098"/>
                      <a:pt x="11455" y="2762"/>
                    </a:cubicBezTo>
                    <a:cubicBezTo>
                      <a:pt x="11230" y="2433"/>
                      <a:pt x="10973" y="2120"/>
                      <a:pt x="10690" y="1835"/>
                    </a:cubicBezTo>
                    <a:cubicBezTo>
                      <a:pt x="10410" y="1553"/>
                      <a:pt x="10099" y="1297"/>
                      <a:pt x="9765" y="1072"/>
                    </a:cubicBezTo>
                    <a:cubicBezTo>
                      <a:pt x="9430" y="843"/>
                      <a:pt x="9072" y="649"/>
                      <a:pt x="8702" y="493"/>
                    </a:cubicBezTo>
                    <a:cubicBezTo>
                      <a:pt x="8323" y="331"/>
                      <a:pt x="7926" y="209"/>
                      <a:pt x="7525" y="127"/>
                    </a:cubicBezTo>
                    <a:cubicBezTo>
                      <a:pt x="7114" y="43"/>
                      <a:pt x="6688" y="0"/>
                      <a:pt x="626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5" name="Google Shape;2365;p36"/>
              <p:cNvSpPr/>
              <p:nvPr/>
            </p:nvSpPr>
            <p:spPr>
              <a:xfrm>
                <a:off x="4562860" y="1642378"/>
                <a:ext cx="202" cy="537388"/>
              </a:xfrm>
              <a:custGeom>
                <a:avLst/>
                <a:gdLst/>
                <a:ahLst/>
                <a:cxnLst/>
                <a:rect l="l" t="t" r="r" b="b"/>
                <a:pathLst>
                  <a:path w="1" h="2658" extrusionOk="0">
                    <a:moveTo>
                      <a:pt x="1" y="2658"/>
                    </a:moveTo>
                    <a:cubicBezTo>
                      <a:pt x="1" y="2658"/>
                      <a:pt x="1" y="2656"/>
                      <a:pt x="1" y="2658"/>
                    </a:cubicBezTo>
                    <a:lnTo>
                      <a:pt x="1" y="0"/>
                    </a:lnTo>
                    <a:lnTo>
                      <a:pt x="1" y="0"/>
                    </a:lnTo>
                    <a:lnTo>
                      <a:pt x="1" y="0"/>
                    </a:lnTo>
                    <a:lnTo>
                      <a:pt x="1" y="2658"/>
                    </a:lnTo>
                    <a:cubicBezTo>
                      <a:pt x="1" y="2656"/>
                      <a:pt x="1" y="2658"/>
                      <a:pt x="1" y="2658"/>
                    </a:cubicBezTo>
                    <a:close/>
                  </a:path>
                </a:pathLst>
              </a:custGeom>
              <a:solidFill>
                <a:srgbClr val="023B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6" name="Google Shape;2366;p36"/>
              <p:cNvSpPr/>
              <p:nvPr/>
            </p:nvSpPr>
            <p:spPr>
              <a:xfrm>
                <a:off x="5291704" y="2907994"/>
                <a:ext cx="537186" cy="607"/>
              </a:xfrm>
              <a:custGeom>
                <a:avLst/>
                <a:gdLst/>
                <a:ahLst/>
                <a:cxnLst/>
                <a:rect l="l" t="t" r="r" b="b"/>
                <a:pathLst>
                  <a:path w="2657" h="3" extrusionOk="0">
                    <a:moveTo>
                      <a:pt x="2656" y="3"/>
                    </a:moveTo>
                    <a:lnTo>
                      <a:pt x="1" y="3"/>
                    </a:lnTo>
                    <a:lnTo>
                      <a:pt x="1" y="3"/>
                    </a:lnTo>
                    <a:lnTo>
                      <a:pt x="1" y="3"/>
                    </a:lnTo>
                    <a:lnTo>
                      <a:pt x="2656" y="3"/>
                    </a:lnTo>
                    <a:cubicBezTo>
                      <a:pt x="2656" y="1"/>
                      <a:pt x="2656" y="1"/>
                      <a:pt x="2656" y="3"/>
                    </a:cubicBezTo>
                    <a:close/>
                  </a:path>
                </a:pathLst>
              </a:custGeom>
              <a:solidFill>
                <a:srgbClr val="023B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7" name="Google Shape;2367;p36"/>
              <p:cNvSpPr/>
              <p:nvPr/>
            </p:nvSpPr>
            <p:spPr>
              <a:xfrm>
                <a:off x="4562860" y="3637644"/>
                <a:ext cx="202" cy="536781"/>
              </a:xfrm>
              <a:custGeom>
                <a:avLst/>
                <a:gdLst/>
                <a:ahLst/>
                <a:cxnLst/>
                <a:rect l="l" t="t" r="r" b="b"/>
                <a:pathLst>
                  <a:path w="1" h="2655" extrusionOk="0">
                    <a:moveTo>
                      <a:pt x="1" y="2654"/>
                    </a:moveTo>
                    <a:lnTo>
                      <a:pt x="1" y="2654"/>
                    </a:lnTo>
                    <a:lnTo>
                      <a:pt x="1" y="1"/>
                    </a:lnTo>
                    <a:lnTo>
                      <a:pt x="1" y="1"/>
                    </a:lnTo>
                    <a:lnTo>
                      <a:pt x="1" y="1"/>
                    </a:lnTo>
                    <a:lnTo>
                      <a:pt x="1" y="2654"/>
                    </a:lnTo>
                    <a:close/>
                  </a:path>
                </a:pathLst>
              </a:custGeom>
              <a:solidFill>
                <a:srgbClr val="023B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8" name="Google Shape;2368;p36"/>
              <p:cNvSpPr/>
              <p:nvPr/>
            </p:nvSpPr>
            <p:spPr>
              <a:xfrm>
                <a:off x="3296431" y="2907994"/>
                <a:ext cx="537388" cy="607"/>
              </a:xfrm>
              <a:custGeom>
                <a:avLst/>
                <a:gdLst/>
                <a:ahLst/>
                <a:cxnLst/>
                <a:rect l="l" t="t" r="r" b="b"/>
                <a:pathLst>
                  <a:path w="2658" h="3" extrusionOk="0">
                    <a:moveTo>
                      <a:pt x="2658" y="3"/>
                    </a:moveTo>
                    <a:lnTo>
                      <a:pt x="0" y="3"/>
                    </a:lnTo>
                    <a:lnTo>
                      <a:pt x="0" y="3"/>
                    </a:lnTo>
                    <a:lnTo>
                      <a:pt x="0" y="3"/>
                    </a:lnTo>
                    <a:lnTo>
                      <a:pt x="2658" y="3"/>
                    </a:lnTo>
                    <a:cubicBezTo>
                      <a:pt x="2658" y="1"/>
                      <a:pt x="2658" y="1"/>
                      <a:pt x="2658" y="3"/>
                    </a:cubicBezTo>
                    <a:close/>
                  </a:path>
                </a:pathLst>
              </a:custGeom>
              <a:solidFill>
                <a:srgbClr val="023B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69" name="Google Shape;2369;p36"/>
            <p:cNvGrpSpPr/>
            <p:nvPr/>
          </p:nvGrpSpPr>
          <p:grpSpPr>
            <a:xfrm>
              <a:off x="5185359" y="3770878"/>
              <a:ext cx="797787" cy="703772"/>
              <a:chOff x="5185359" y="3770878"/>
              <a:chExt cx="797787" cy="703772"/>
            </a:xfrm>
          </p:grpSpPr>
          <p:sp>
            <p:nvSpPr>
              <p:cNvPr id="2370" name="Google Shape;2370;p36"/>
              <p:cNvSpPr/>
              <p:nvPr/>
            </p:nvSpPr>
            <p:spPr>
              <a:xfrm>
                <a:off x="5185359" y="3770878"/>
                <a:ext cx="774138" cy="680125"/>
              </a:xfrm>
              <a:custGeom>
                <a:avLst/>
                <a:gdLst/>
                <a:ahLst/>
                <a:cxnLst/>
                <a:rect l="l" t="t" r="r" b="b"/>
                <a:pathLst>
                  <a:path w="3829" h="3364" extrusionOk="0">
                    <a:moveTo>
                      <a:pt x="52" y="0"/>
                    </a:moveTo>
                    <a:cubicBezTo>
                      <a:pt x="23" y="0"/>
                      <a:pt x="1" y="25"/>
                      <a:pt x="1" y="52"/>
                    </a:cubicBezTo>
                    <a:lnTo>
                      <a:pt x="1" y="1868"/>
                    </a:lnTo>
                    <a:cubicBezTo>
                      <a:pt x="1" y="2695"/>
                      <a:pt x="670" y="3364"/>
                      <a:pt x="1497" y="3364"/>
                    </a:cubicBezTo>
                    <a:lnTo>
                      <a:pt x="3778" y="3364"/>
                    </a:lnTo>
                    <a:cubicBezTo>
                      <a:pt x="3806" y="3364"/>
                      <a:pt x="3829" y="3341"/>
                      <a:pt x="3829" y="3313"/>
                    </a:cubicBezTo>
                    <a:cubicBezTo>
                      <a:pt x="3829" y="3284"/>
                      <a:pt x="3806" y="3262"/>
                      <a:pt x="3778" y="3262"/>
                    </a:cubicBezTo>
                    <a:lnTo>
                      <a:pt x="1497" y="3262"/>
                    </a:lnTo>
                    <a:cubicBezTo>
                      <a:pt x="729" y="3262"/>
                      <a:pt x="103" y="2638"/>
                      <a:pt x="103" y="1868"/>
                    </a:cubicBezTo>
                    <a:lnTo>
                      <a:pt x="103" y="52"/>
                    </a:lnTo>
                    <a:cubicBezTo>
                      <a:pt x="103" y="25"/>
                      <a:pt x="81" y="0"/>
                      <a:pt x="52" y="0"/>
                    </a:cubicBezTo>
                    <a:close/>
                  </a:path>
                </a:pathLst>
              </a:custGeom>
              <a:solidFill>
                <a:srgbClr val="023B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1" name="Google Shape;2371;p36"/>
              <p:cNvSpPr/>
              <p:nvPr/>
            </p:nvSpPr>
            <p:spPr>
              <a:xfrm>
                <a:off x="5914608" y="4406112"/>
                <a:ext cx="68538" cy="68538"/>
              </a:xfrm>
              <a:custGeom>
                <a:avLst/>
                <a:gdLst/>
                <a:ahLst/>
                <a:cxnLst/>
                <a:rect l="l" t="t" r="r" b="b"/>
                <a:pathLst>
                  <a:path w="339" h="339" extrusionOk="0">
                    <a:moveTo>
                      <a:pt x="171" y="1"/>
                    </a:moveTo>
                    <a:cubicBezTo>
                      <a:pt x="77" y="1"/>
                      <a:pt x="1" y="77"/>
                      <a:pt x="1" y="171"/>
                    </a:cubicBezTo>
                    <a:cubicBezTo>
                      <a:pt x="1" y="265"/>
                      <a:pt x="77" y="339"/>
                      <a:pt x="171" y="339"/>
                    </a:cubicBezTo>
                    <a:cubicBezTo>
                      <a:pt x="265" y="339"/>
                      <a:pt x="339" y="265"/>
                      <a:pt x="339" y="171"/>
                    </a:cubicBezTo>
                    <a:cubicBezTo>
                      <a:pt x="339" y="77"/>
                      <a:pt x="265" y="1"/>
                      <a:pt x="171" y="1"/>
                    </a:cubicBezTo>
                    <a:close/>
                  </a:path>
                </a:pathLst>
              </a:custGeom>
              <a:solidFill>
                <a:srgbClr val="023B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378" name="Google Shape;2378;p36"/>
            <p:cNvSpPr/>
            <p:nvPr/>
          </p:nvSpPr>
          <p:spPr>
            <a:xfrm>
              <a:off x="3166432" y="1365600"/>
              <a:ext cx="774138" cy="680125"/>
            </a:xfrm>
            <a:custGeom>
              <a:avLst/>
              <a:gdLst/>
              <a:ahLst/>
              <a:cxnLst/>
              <a:rect l="l" t="t" r="r" b="b"/>
              <a:pathLst>
                <a:path w="3829" h="3364" extrusionOk="0">
                  <a:moveTo>
                    <a:pt x="52" y="0"/>
                  </a:moveTo>
                  <a:cubicBezTo>
                    <a:pt x="23" y="0"/>
                    <a:pt x="1" y="25"/>
                    <a:pt x="1" y="52"/>
                  </a:cubicBezTo>
                  <a:cubicBezTo>
                    <a:pt x="1" y="80"/>
                    <a:pt x="23" y="103"/>
                    <a:pt x="52" y="103"/>
                  </a:cubicBezTo>
                  <a:lnTo>
                    <a:pt x="2331" y="103"/>
                  </a:lnTo>
                  <a:cubicBezTo>
                    <a:pt x="3098" y="103"/>
                    <a:pt x="3726" y="727"/>
                    <a:pt x="3726" y="1498"/>
                  </a:cubicBezTo>
                  <a:lnTo>
                    <a:pt x="3726" y="3313"/>
                  </a:lnTo>
                  <a:cubicBezTo>
                    <a:pt x="3726" y="3341"/>
                    <a:pt x="3749" y="3364"/>
                    <a:pt x="3778" y="3364"/>
                  </a:cubicBezTo>
                  <a:cubicBezTo>
                    <a:pt x="3806" y="3364"/>
                    <a:pt x="3829" y="3341"/>
                    <a:pt x="3829" y="3313"/>
                  </a:cubicBezTo>
                  <a:lnTo>
                    <a:pt x="3829" y="1498"/>
                  </a:lnTo>
                  <a:cubicBezTo>
                    <a:pt x="3829" y="671"/>
                    <a:pt x="3158" y="0"/>
                    <a:pt x="2333" y="0"/>
                  </a:cubicBezTo>
                  <a:close/>
                </a:path>
              </a:pathLst>
            </a:custGeom>
            <a:solidFill>
              <a:srgbClr val="023B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389" name="Google Shape;2389;p36"/>
            <p:cNvGrpSpPr/>
            <p:nvPr/>
          </p:nvGrpSpPr>
          <p:grpSpPr>
            <a:xfrm>
              <a:off x="3142575" y="3770878"/>
              <a:ext cx="797995" cy="703367"/>
              <a:chOff x="3142575" y="3770878"/>
              <a:chExt cx="797995" cy="703367"/>
            </a:xfrm>
          </p:grpSpPr>
          <p:sp>
            <p:nvSpPr>
              <p:cNvPr id="2390" name="Google Shape;2390;p36"/>
              <p:cNvSpPr/>
              <p:nvPr/>
            </p:nvSpPr>
            <p:spPr>
              <a:xfrm>
                <a:off x="3166432" y="3770878"/>
                <a:ext cx="774138" cy="680125"/>
              </a:xfrm>
              <a:custGeom>
                <a:avLst/>
                <a:gdLst/>
                <a:ahLst/>
                <a:cxnLst/>
                <a:rect l="l" t="t" r="r" b="b"/>
                <a:pathLst>
                  <a:path w="3829" h="3364" extrusionOk="0">
                    <a:moveTo>
                      <a:pt x="3778" y="0"/>
                    </a:moveTo>
                    <a:cubicBezTo>
                      <a:pt x="3749" y="0"/>
                      <a:pt x="3726" y="25"/>
                      <a:pt x="3726" y="52"/>
                    </a:cubicBezTo>
                    <a:lnTo>
                      <a:pt x="3726" y="1868"/>
                    </a:lnTo>
                    <a:cubicBezTo>
                      <a:pt x="3726" y="2636"/>
                      <a:pt x="3102" y="3262"/>
                      <a:pt x="2333" y="3262"/>
                    </a:cubicBezTo>
                    <a:lnTo>
                      <a:pt x="52" y="3262"/>
                    </a:lnTo>
                    <a:cubicBezTo>
                      <a:pt x="23" y="3262"/>
                      <a:pt x="1" y="3284"/>
                      <a:pt x="1" y="3313"/>
                    </a:cubicBezTo>
                    <a:cubicBezTo>
                      <a:pt x="1" y="3341"/>
                      <a:pt x="23" y="3364"/>
                      <a:pt x="52" y="3364"/>
                    </a:cubicBezTo>
                    <a:lnTo>
                      <a:pt x="2333" y="3364"/>
                    </a:lnTo>
                    <a:cubicBezTo>
                      <a:pt x="3156" y="3364"/>
                      <a:pt x="3829" y="2691"/>
                      <a:pt x="3829" y="1868"/>
                    </a:cubicBezTo>
                    <a:lnTo>
                      <a:pt x="3829" y="52"/>
                    </a:lnTo>
                    <a:cubicBezTo>
                      <a:pt x="3829" y="25"/>
                      <a:pt x="3804" y="0"/>
                      <a:pt x="3778" y="0"/>
                    </a:cubicBezTo>
                    <a:close/>
                  </a:path>
                </a:pathLst>
              </a:custGeom>
              <a:solidFill>
                <a:srgbClr val="023B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1" name="Google Shape;2391;p36"/>
              <p:cNvSpPr/>
              <p:nvPr/>
            </p:nvSpPr>
            <p:spPr>
              <a:xfrm>
                <a:off x="3142575" y="4406718"/>
                <a:ext cx="68336" cy="67527"/>
              </a:xfrm>
              <a:custGeom>
                <a:avLst/>
                <a:gdLst/>
                <a:ahLst/>
                <a:cxnLst/>
                <a:rect l="l" t="t" r="r" b="b"/>
                <a:pathLst>
                  <a:path w="338" h="334" extrusionOk="0">
                    <a:moveTo>
                      <a:pt x="170" y="0"/>
                    </a:moveTo>
                    <a:cubicBezTo>
                      <a:pt x="78" y="0"/>
                      <a:pt x="0" y="76"/>
                      <a:pt x="0" y="168"/>
                    </a:cubicBezTo>
                    <a:cubicBezTo>
                      <a:pt x="0" y="260"/>
                      <a:pt x="78" y="334"/>
                      <a:pt x="170" y="334"/>
                    </a:cubicBezTo>
                    <a:cubicBezTo>
                      <a:pt x="262" y="334"/>
                      <a:pt x="338" y="258"/>
                      <a:pt x="338" y="168"/>
                    </a:cubicBezTo>
                    <a:cubicBezTo>
                      <a:pt x="338" y="76"/>
                      <a:pt x="262" y="0"/>
                      <a:pt x="170" y="0"/>
                    </a:cubicBezTo>
                    <a:close/>
                  </a:path>
                </a:pathLst>
              </a:custGeom>
              <a:solidFill>
                <a:srgbClr val="023B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396" name="Google Shape;2396;p36"/>
            <p:cNvSpPr/>
            <p:nvPr/>
          </p:nvSpPr>
          <p:spPr>
            <a:xfrm>
              <a:off x="5185359" y="1365600"/>
              <a:ext cx="774138" cy="680125"/>
            </a:xfrm>
            <a:custGeom>
              <a:avLst/>
              <a:gdLst/>
              <a:ahLst/>
              <a:cxnLst/>
              <a:rect l="l" t="t" r="r" b="b"/>
              <a:pathLst>
                <a:path w="3829" h="3364" extrusionOk="0">
                  <a:moveTo>
                    <a:pt x="1497" y="0"/>
                  </a:moveTo>
                  <a:cubicBezTo>
                    <a:pt x="670" y="0"/>
                    <a:pt x="1" y="671"/>
                    <a:pt x="1" y="1498"/>
                  </a:cubicBezTo>
                  <a:lnTo>
                    <a:pt x="1" y="3313"/>
                  </a:lnTo>
                  <a:cubicBezTo>
                    <a:pt x="1" y="3341"/>
                    <a:pt x="23" y="3364"/>
                    <a:pt x="52" y="3364"/>
                  </a:cubicBezTo>
                  <a:cubicBezTo>
                    <a:pt x="81" y="3364"/>
                    <a:pt x="103" y="3341"/>
                    <a:pt x="103" y="3313"/>
                  </a:cubicBezTo>
                  <a:lnTo>
                    <a:pt x="103" y="1498"/>
                  </a:lnTo>
                  <a:cubicBezTo>
                    <a:pt x="103" y="731"/>
                    <a:pt x="727" y="103"/>
                    <a:pt x="1497" y="103"/>
                  </a:cubicBezTo>
                  <a:lnTo>
                    <a:pt x="3778" y="103"/>
                  </a:lnTo>
                  <a:cubicBezTo>
                    <a:pt x="3806" y="103"/>
                    <a:pt x="3829" y="80"/>
                    <a:pt x="3829" y="52"/>
                  </a:cubicBezTo>
                  <a:cubicBezTo>
                    <a:pt x="3829" y="25"/>
                    <a:pt x="3806" y="0"/>
                    <a:pt x="3778" y="0"/>
                  </a:cubicBezTo>
                  <a:close/>
                </a:path>
              </a:pathLst>
            </a:custGeom>
            <a:solidFill>
              <a:srgbClr val="023B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Marcador de Posição do Número do Diapositivo 1">
            <a:extLst>
              <a:ext uri="{FF2B5EF4-FFF2-40B4-BE49-F238E27FC236}">
                <a16:creationId xmlns:a16="http://schemas.microsoft.com/office/drawing/2014/main" id="{B1AB2B3B-18D9-7BCF-EFDB-6437FCB4AF2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/>
              <a:t>9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7515923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 txBox="1"/>
          <p:nvPr/>
        </p:nvSpPr>
        <p:spPr>
          <a:xfrm>
            <a:off x="4606768" y="959138"/>
            <a:ext cx="3909674" cy="15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pt-PT" sz="3600" b="1" dirty="0">
                <a:latin typeface="Fira Sans"/>
                <a:ea typeface="Fira Sans"/>
                <a:cs typeface="Fira Sans"/>
                <a:sym typeface="Fira Sans"/>
              </a:rPr>
              <a:t>Análise de dados com </a:t>
            </a:r>
            <a:r>
              <a:rPr lang="pt-PT" sz="3600" b="1" dirty="0" err="1">
                <a:latin typeface="Fira Sans"/>
                <a:ea typeface="Fira Sans"/>
                <a:cs typeface="Fira Sans"/>
                <a:sym typeface="Fira Sans"/>
              </a:rPr>
              <a:t>PowerBI</a:t>
            </a:r>
            <a:r>
              <a:rPr lang="pt-PT" sz="3600" b="1" dirty="0">
                <a:latin typeface="Fira Sans"/>
                <a:ea typeface="Fira Sans"/>
                <a:cs typeface="Fira Sans"/>
                <a:sym typeface="Fira Sans"/>
              </a:rPr>
              <a:t> </a:t>
            </a:r>
            <a:endParaRPr lang="pt-PT" sz="3600" b="1" dirty="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9" name="Google Shape;59;p15"/>
          <p:cNvSpPr txBox="1"/>
          <p:nvPr/>
        </p:nvSpPr>
        <p:spPr>
          <a:xfrm>
            <a:off x="4373914" y="2506855"/>
            <a:ext cx="4375381" cy="8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b="1" dirty="0">
                <a:latin typeface="Roboto"/>
                <a:ea typeface="Roboto"/>
                <a:cs typeface="Roboto"/>
                <a:sym typeface="Roboto"/>
              </a:rPr>
              <a:t>Aplicações Informáticas em Engenharia Biomédica</a:t>
            </a:r>
          </a:p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b="1" dirty="0">
                <a:latin typeface="Roboto"/>
                <a:ea typeface="Roboto"/>
                <a:cs typeface="Roboto"/>
                <a:sym typeface="Roboto"/>
              </a:rPr>
              <a:t>Informática Médica</a:t>
            </a:r>
            <a:endParaRPr b="1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2" name="Agrupar 1">
            <a:extLst>
              <a:ext uri="{FF2B5EF4-FFF2-40B4-BE49-F238E27FC236}">
                <a16:creationId xmlns:a16="http://schemas.microsoft.com/office/drawing/2014/main" id="{A2C37F01-9667-BB9B-5A3B-5E4AF3179A7C}"/>
              </a:ext>
            </a:extLst>
          </p:cNvPr>
          <p:cNvGrpSpPr/>
          <p:nvPr/>
        </p:nvGrpSpPr>
        <p:grpSpPr>
          <a:xfrm>
            <a:off x="814185" y="902911"/>
            <a:ext cx="3240000" cy="3240000"/>
            <a:chOff x="484572" y="414675"/>
            <a:chExt cx="4305073" cy="4322349"/>
          </a:xfrm>
        </p:grpSpPr>
        <p:sp>
          <p:nvSpPr>
            <p:cNvPr id="60" name="Google Shape;60;p15"/>
            <p:cNvSpPr/>
            <p:nvPr/>
          </p:nvSpPr>
          <p:spPr>
            <a:xfrm>
              <a:off x="648694" y="3404739"/>
              <a:ext cx="3976681" cy="1332270"/>
            </a:xfrm>
            <a:custGeom>
              <a:avLst/>
              <a:gdLst/>
              <a:ahLst/>
              <a:cxnLst/>
              <a:rect l="l" t="t" r="r" b="b"/>
              <a:pathLst>
                <a:path w="52943" h="17737" extrusionOk="0">
                  <a:moveTo>
                    <a:pt x="1" y="0"/>
                  </a:moveTo>
                  <a:cubicBezTo>
                    <a:pt x="4312" y="10413"/>
                    <a:pt x="14540" y="17736"/>
                    <a:pt x="26472" y="17736"/>
                  </a:cubicBezTo>
                  <a:cubicBezTo>
                    <a:pt x="38403" y="17736"/>
                    <a:pt x="48632" y="10414"/>
                    <a:pt x="52943" y="0"/>
                  </a:cubicBezTo>
                  <a:close/>
                </a:path>
              </a:pathLst>
            </a:custGeom>
            <a:solidFill>
              <a:srgbClr val="707D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15"/>
            <p:cNvSpPr/>
            <p:nvPr/>
          </p:nvSpPr>
          <p:spPr>
            <a:xfrm>
              <a:off x="622630" y="3338566"/>
              <a:ext cx="4028884" cy="139784"/>
            </a:xfrm>
            <a:custGeom>
              <a:avLst/>
              <a:gdLst/>
              <a:ahLst/>
              <a:cxnLst/>
              <a:rect l="l" t="t" r="r" b="b"/>
              <a:pathLst>
                <a:path w="53638" h="1861" extrusionOk="0">
                  <a:moveTo>
                    <a:pt x="1" y="0"/>
                  </a:moveTo>
                  <a:cubicBezTo>
                    <a:pt x="237" y="633"/>
                    <a:pt x="496" y="1252"/>
                    <a:pt x="774" y="1861"/>
                  </a:cubicBezTo>
                  <a:lnTo>
                    <a:pt x="52864" y="1861"/>
                  </a:lnTo>
                  <a:cubicBezTo>
                    <a:pt x="53143" y="1252"/>
                    <a:pt x="53401" y="631"/>
                    <a:pt x="5363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15"/>
            <p:cNvSpPr/>
            <p:nvPr/>
          </p:nvSpPr>
          <p:spPr>
            <a:xfrm>
              <a:off x="680767" y="3478349"/>
              <a:ext cx="3912535" cy="209038"/>
            </a:xfrm>
            <a:custGeom>
              <a:avLst/>
              <a:gdLst/>
              <a:ahLst/>
              <a:cxnLst/>
              <a:rect l="l" t="t" r="r" b="b"/>
              <a:pathLst>
                <a:path w="52089" h="2783" extrusionOk="0">
                  <a:moveTo>
                    <a:pt x="0" y="1"/>
                  </a:moveTo>
                  <a:cubicBezTo>
                    <a:pt x="439" y="957"/>
                    <a:pt x="929" y="1885"/>
                    <a:pt x="1466" y="2783"/>
                  </a:cubicBezTo>
                  <a:lnTo>
                    <a:pt x="50624" y="2783"/>
                  </a:lnTo>
                  <a:cubicBezTo>
                    <a:pt x="51161" y="1885"/>
                    <a:pt x="51650" y="957"/>
                    <a:pt x="52089" y="1"/>
                  </a:cubicBezTo>
                  <a:close/>
                </a:path>
              </a:pathLst>
            </a:custGeom>
            <a:solidFill>
              <a:srgbClr val="9FB0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15"/>
            <p:cNvSpPr/>
            <p:nvPr/>
          </p:nvSpPr>
          <p:spPr>
            <a:xfrm>
              <a:off x="484572" y="414675"/>
              <a:ext cx="4305073" cy="4322349"/>
            </a:xfrm>
            <a:custGeom>
              <a:avLst/>
              <a:gdLst/>
              <a:ahLst/>
              <a:cxnLst/>
              <a:rect l="l" t="t" r="r" b="b"/>
              <a:pathLst>
                <a:path w="57315" h="57545" extrusionOk="0">
                  <a:moveTo>
                    <a:pt x="28657" y="0"/>
                  </a:moveTo>
                  <a:cubicBezTo>
                    <a:pt x="21056" y="0"/>
                    <a:pt x="13767" y="3032"/>
                    <a:pt x="8393" y="8427"/>
                  </a:cubicBezTo>
                  <a:cubicBezTo>
                    <a:pt x="3019" y="13823"/>
                    <a:pt x="0" y="21141"/>
                    <a:pt x="0" y="28772"/>
                  </a:cubicBezTo>
                  <a:cubicBezTo>
                    <a:pt x="0" y="36403"/>
                    <a:pt x="3019" y="43721"/>
                    <a:pt x="8393" y="49117"/>
                  </a:cubicBezTo>
                  <a:cubicBezTo>
                    <a:pt x="13767" y="54513"/>
                    <a:pt x="21056" y="57544"/>
                    <a:pt x="28657" y="57544"/>
                  </a:cubicBezTo>
                  <a:cubicBezTo>
                    <a:pt x="36257" y="57544"/>
                    <a:pt x="43546" y="54513"/>
                    <a:pt x="48920" y="49117"/>
                  </a:cubicBezTo>
                  <a:cubicBezTo>
                    <a:pt x="54295" y="43721"/>
                    <a:pt x="57314" y="36403"/>
                    <a:pt x="57314" y="28772"/>
                  </a:cubicBezTo>
                  <a:cubicBezTo>
                    <a:pt x="57314" y="21141"/>
                    <a:pt x="54295" y="13823"/>
                    <a:pt x="48920" y="8427"/>
                  </a:cubicBezTo>
                  <a:cubicBezTo>
                    <a:pt x="43546" y="3032"/>
                    <a:pt x="36257" y="0"/>
                    <a:pt x="28657" y="0"/>
                  </a:cubicBezTo>
                  <a:close/>
                </a:path>
              </a:pathLst>
            </a:custGeom>
            <a:solidFill>
              <a:srgbClr val="A8E8EB">
                <a:alpha val="266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15"/>
            <p:cNvSpPr/>
            <p:nvPr/>
          </p:nvSpPr>
          <p:spPr>
            <a:xfrm>
              <a:off x="648694" y="3404739"/>
              <a:ext cx="3976681" cy="1332270"/>
            </a:xfrm>
            <a:custGeom>
              <a:avLst/>
              <a:gdLst/>
              <a:ahLst/>
              <a:cxnLst/>
              <a:rect l="l" t="t" r="r" b="b"/>
              <a:pathLst>
                <a:path w="52943" h="17737" extrusionOk="0">
                  <a:moveTo>
                    <a:pt x="1" y="0"/>
                  </a:moveTo>
                  <a:cubicBezTo>
                    <a:pt x="4312" y="10413"/>
                    <a:pt x="14540" y="17736"/>
                    <a:pt x="26472" y="17736"/>
                  </a:cubicBezTo>
                  <a:cubicBezTo>
                    <a:pt x="38403" y="17736"/>
                    <a:pt x="48632" y="10414"/>
                    <a:pt x="52943" y="0"/>
                  </a:cubicBezTo>
                  <a:close/>
                </a:path>
              </a:pathLst>
            </a:custGeom>
            <a:solidFill>
              <a:srgbClr val="707D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15"/>
            <p:cNvSpPr/>
            <p:nvPr/>
          </p:nvSpPr>
          <p:spPr>
            <a:xfrm>
              <a:off x="1725215" y="1321203"/>
              <a:ext cx="532473" cy="302403"/>
            </a:xfrm>
            <a:custGeom>
              <a:avLst/>
              <a:gdLst/>
              <a:ahLst/>
              <a:cxnLst/>
              <a:rect l="l" t="t" r="r" b="b"/>
              <a:pathLst>
                <a:path w="7089" h="4026" extrusionOk="0">
                  <a:moveTo>
                    <a:pt x="2542" y="1"/>
                  </a:moveTo>
                  <a:cubicBezTo>
                    <a:pt x="1665" y="1"/>
                    <a:pt x="952" y="710"/>
                    <a:pt x="942" y="1588"/>
                  </a:cubicBezTo>
                  <a:cubicBezTo>
                    <a:pt x="403" y="1720"/>
                    <a:pt x="1" y="2207"/>
                    <a:pt x="1" y="2789"/>
                  </a:cubicBezTo>
                  <a:cubicBezTo>
                    <a:pt x="1" y="3472"/>
                    <a:pt x="552" y="4026"/>
                    <a:pt x="1232" y="4026"/>
                  </a:cubicBezTo>
                  <a:lnTo>
                    <a:pt x="5853" y="4026"/>
                  </a:lnTo>
                  <a:cubicBezTo>
                    <a:pt x="6534" y="4026"/>
                    <a:pt x="7085" y="3472"/>
                    <a:pt x="7085" y="2789"/>
                  </a:cubicBezTo>
                  <a:cubicBezTo>
                    <a:pt x="7088" y="2106"/>
                    <a:pt x="6536" y="1553"/>
                    <a:pt x="5854" y="1553"/>
                  </a:cubicBezTo>
                  <a:cubicBezTo>
                    <a:pt x="5729" y="1553"/>
                    <a:pt x="5608" y="1571"/>
                    <a:pt x="5494" y="1606"/>
                  </a:cubicBezTo>
                  <a:cubicBezTo>
                    <a:pt x="5352" y="1121"/>
                    <a:pt x="4907" y="767"/>
                    <a:pt x="4378" y="767"/>
                  </a:cubicBezTo>
                  <a:cubicBezTo>
                    <a:pt x="4228" y="767"/>
                    <a:pt x="4084" y="797"/>
                    <a:pt x="3953" y="849"/>
                  </a:cubicBezTo>
                  <a:cubicBezTo>
                    <a:pt x="3683" y="346"/>
                    <a:pt x="3152" y="1"/>
                    <a:pt x="254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15"/>
            <p:cNvSpPr/>
            <p:nvPr/>
          </p:nvSpPr>
          <p:spPr>
            <a:xfrm>
              <a:off x="1589861" y="1529114"/>
              <a:ext cx="347320" cy="197321"/>
            </a:xfrm>
            <a:custGeom>
              <a:avLst/>
              <a:gdLst/>
              <a:ahLst/>
              <a:cxnLst/>
              <a:rect l="l" t="t" r="r" b="b"/>
              <a:pathLst>
                <a:path w="4624" h="2627" extrusionOk="0">
                  <a:moveTo>
                    <a:pt x="1658" y="0"/>
                  </a:moveTo>
                  <a:cubicBezTo>
                    <a:pt x="1085" y="0"/>
                    <a:pt x="621" y="464"/>
                    <a:pt x="615" y="1037"/>
                  </a:cubicBezTo>
                  <a:cubicBezTo>
                    <a:pt x="263" y="1122"/>
                    <a:pt x="1" y="1440"/>
                    <a:pt x="1" y="1820"/>
                  </a:cubicBezTo>
                  <a:cubicBezTo>
                    <a:pt x="1" y="2265"/>
                    <a:pt x="360" y="2627"/>
                    <a:pt x="804" y="2627"/>
                  </a:cubicBezTo>
                  <a:lnTo>
                    <a:pt x="3818" y="2627"/>
                  </a:lnTo>
                  <a:cubicBezTo>
                    <a:pt x="4262" y="2627"/>
                    <a:pt x="4621" y="2266"/>
                    <a:pt x="4621" y="1820"/>
                  </a:cubicBezTo>
                  <a:cubicBezTo>
                    <a:pt x="4623" y="1372"/>
                    <a:pt x="4263" y="1011"/>
                    <a:pt x="3820" y="1011"/>
                  </a:cubicBezTo>
                  <a:cubicBezTo>
                    <a:pt x="3738" y="1011"/>
                    <a:pt x="3659" y="1024"/>
                    <a:pt x="3585" y="1047"/>
                  </a:cubicBezTo>
                  <a:cubicBezTo>
                    <a:pt x="3493" y="731"/>
                    <a:pt x="3202" y="500"/>
                    <a:pt x="2856" y="500"/>
                  </a:cubicBezTo>
                  <a:cubicBezTo>
                    <a:pt x="2758" y="500"/>
                    <a:pt x="2666" y="519"/>
                    <a:pt x="2579" y="553"/>
                  </a:cubicBezTo>
                  <a:cubicBezTo>
                    <a:pt x="2403" y="225"/>
                    <a:pt x="2057" y="0"/>
                    <a:pt x="1658" y="0"/>
                  </a:cubicBezTo>
                  <a:close/>
                </a:path>
              </a:pathLst>
            </a:custGeom>
            <a:solidFill>
              <a:srgbClr val="DEFA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15"/>
            <p:cNvSpPr/>
            <p:nvPr/>
          </p:nvSpPr>
          <p:spPr>
            <a:xfrm>
              <a:off x="3347884" y="1966943"/>
              <a:ext cx="505808" cy="81572"/>
            </a:xfrm>
            <a:custGeom>
              <a:avLst/>
              <a:gdLst/>
              <a:ahLst/>
              <a:cxnLst/>
              <a:rect l="l" t="t" r="r" b="b"/>
              <a:pathLst>
                <a:path w="6734" h="1086" extrusionOk="0">
                  <a:moveTo>
                    <a:pt x="542" y="1"/>
                  </a:moveTo>
                  <a:cubicBezTo>
                    <a:pt x="243" y="1"/>
                    <a:pt x="0" y="243"/>
                    <a:pt x="0" y="543"/>
                  </a:cubicBezTo>
                  <a:cubicBezTo>
                    <a:pt x="0" y="842"/>
                    <a:pt x="243" y="1085"/>
                    <a:pt x="542" y="1085"/>
                  </a:cubicBezTo>
                  <a:lnTo>
                    <a:pt x="6191" y="1085"/>
                  </a:lnTo>
                  <a:cubicBezTo>
                    <a:pt x="6491" y="1085"/>
                    <a:pt x="6734" y="842"/>
                    <a:pt x="6734" y="543"/>
                  </a:cubicBezTo>
                  <a:cubicBezTo>
                    <a:pt x="6734" y="243"/>
                    <a:pt x="6492" y="1"/>
                    <a:pt x="619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15"/>
            <p:cNvSpPr/>
            <p:nvPr/>
          </p:nvSpPr>
          <p:spPr>
            <a:xfrm>
              <a:off x="3428706" y="1902196"/>
              <a:ext cx="325012" cy="64822"/>
            </a:xfrm>
            <a:custGeom>
              <a:avLst/>
              <a:gdLst/>
              <a:ahLst/>
              <a:cxnLst/>
              <a:rect l="l" t="t" r="r" b="b"/>
              <a:pathLst>
                <a:path w="4327" h="863" extrusionOk="0">
                  <a:moveTo>
                    <a:pt x="169" y="0"/>
                  </a:moveTo>
                  <a:cubicBezTo>
                    <a:pt x="76" y="0"/>
                    <a:pt x="3" y="76"/>
                    <a:pt x="3" y="168"/>
                  </a:cubicBezTo>
                  <a:cubicBezTo>
                    <a:pt x="0" y="679"/>
                    <a:pt x="486" y="863"/>
                    <a:pt x="942" y="863"/>
                  </a:cubicBezTo>
                  <a:lnTo>
                    <a:pt x="4159" y="863"/>
                  </a:lnTo>
                  <a:cubicBezTo>
                    <a:pt x="4252" y="863"/>
                    <a:pt x="4327" y="787"/>
                    <a:pt x="4327" y="695"/>
                  </a:cubicBezTo>
                  <a:cubicBezTo>
                    <a:pt x="4327" y="601"/>
                    <a:pt x="4251" y="527"/>
                    <a:pt x="4159" y="527"/>
                  </a:cubicBezTo>
                  <a:lnTo>
                    <a:pt x="942" y="527"/>
                  </a:lnTo>
                  <a:cubicBezTo>
                    <a:pt x="716" y="527"/>
                    <a:pt x="337" y="480"/>
                    <a:pt x="337" y="168"/>
                  </a:cubicBezTo>
                  <a:cubicBezTo>
                    <a:pt x="337" y="74"/>
                    <a:pt x="261" y="0"/>
                    <a:pt x="169" y="0"/>
                  </a:cubicBezTo>
                  <a:close/>
                </a:path>
              </a:pathLst>
            </a:custGeom>
            <a:solidFill>
              <a:srgbClr val="4747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15"/>
            <p:cNvSpPr/>
            <p:nvPr/>
          </p:nvSpPr>
          <p:spPr>
            <a:xfrm>
              <a:off x="3538070" y="1893408"/>
              <a:ext cx="45744" cy="61968"/>
            </a:xfrm>
            <a:custGeom>
              <a:avLst/>
              <a:gdLst/>
              <a:ahLst/>
              <a:cxnLst/>
              <a:rect l="l" t="t" r="r" b="b"/>
              <a:pathLst>
                <a:path w="609" h="825" extrusionOk="0">
                  <a:moveTo>
                    <a:pt x="0" y="0"/>
                  </a:moveTo>
                  <a:lnTo>
                    <a:pt x="296" y="824"/>
                  </a:lnTo>
                  <a:lnTo>
                    <a:pt x="608" y="824"/>
                  </a:lnTo>
                  <a:lnTo>
                    <a:pt x="313" y="0"/>
                  </a:lnTo>
                  <a:close/>
                </a:path>
              </a:pathLst>
            </a:custGeom>
            <a:solidFill>
              <a:srgbClr val="4747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15"/>
            <p:cNvSpPr/>
            <p:nvPr/>
          </p:nvSpPr>
          <p:spPr>
            <a:xfrm>
              <a:off x="3631887" y="1893408"/>
              <a:ext cx="45744" cy="61968"/>
            </a:xfrm>
            <a:custGeom>
              <a:avLst/>
              <a:gdLst/>
              <a:ahLst/>
              <a:cxnLst/>
              <a:rect l="l" t="t" r="r" b="b"/>
              <a:pathLst>
                <a:path w="609" h="825" extrusionOk="0">
                  <a:moveTo>
                    <a:pt x="1" y="0"/>
                  </a:moveTo>
                  <a:lnTo>
                    <a:pt x="296" y="824"/>
                  </a:lnTo>
                  <a:lnTo>
                    <a:pt x="609" y="824"/>
                  </a:lnTo>
                  <a:lnTo>
                    <a:pt x="313" y="0"/>
                  </a:lnTo>
                  <a:close/>
                </a:path>
              </a:pathLst>
            </a:custGeom>
            <a:solidFill>
              <a:srgbClr val="4747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15"/>
            <p:cNvSpPr/>
            <p:nvPr/>
          </p:nvSpPr>
          <p:spPr>
            <a:xfrm>
              <a:off x="3476327" y="1694661"/>
              <a:ext cx="372032" cy="15022"/>
            </a:xfrm>
            <a:custGeom>
              <a:avLst/>
              <a:gdLst/>
              <a:ahLst/>
              <a:cxnLst/>
              <a:rect l="l" t="t" r="r" b="b"/>
              <a:pathLst>
                <a:path w="4953" h="200" extrusionOk="0">
                  <a:moveTo>
                    <a:pt x="100" y="0"/>
                  </a:moveTo>
                  <a:cubicBezTo>
                    <a:pt x="45" y="1"/>
                    <a:pt x="1" y="46"/>
                    <a:pt x="1" y="101"/>
                  </a:cubicBezTo>
                  <a:cubicBezTo>
                    <a:pt x="1" y="155"/>
                    <a:pt x="46" y="200"/>
                    <a:pt x="101" y="200"/>
                  </a:cubicBezTo>
                  <a:lnTo>
                    <a:pt x="4853" y="200"/>
                  </a:lnTo>
                  <a:cubicBezTo>
                    <a:pt x="4907" y="200"/>
                    <a:pt x="4952" y="155"/>
                    <a:pt x="4952" y="101"/>
                  </a:cubicBezTo>
                  <a:cubicBezTo>
                    <a:pt x="4952" y="45"/>
                    <a:pt x="4907" y="0"/>
                    <a:pt x="4853" y="0"/>
                  </a:cubicBezTo>
                  <a:close/>
                </a:path>
              </a:pathLst>
            </a:custGeom>
            <a:solidFill>
              <a:srgbClr val="4747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15"/>
            <p:cNvSpPr/>
            <p:nvPr/>
          </p:nvSpPr>
          <p:spPr>
            <a:xfrm>
              <a:off x="3654646" y="1682418"/>
              <a:ext cx="15098" cy="86079"/>
            </a:xfrm>
            <a:custGeom>
              <a:avLst/>
              <a:gdLst/>
              <a:ahLst/>
              <a:cxnLst/>
              <a:rect l="l" t="t" r="r" b="b"/>
              <a:pathLst>
                <a:path w="201" h="1146" extrusionOk="0">
                  <a:moveTo>
                    <a:pt x="101" y="1"/>
                  </a:moveTo>
                  <a:cubicBezTo>
                    <a:pt x="46" y="1"/>
                    <a:pt x="1" y="46"/>
                    <a:pt x="1" y="101"/>
                  </a:cubicBezTo>
                  <a:lnTo>
                    <a:pt x="1" y="1046"/>
                  </a:lnTo>
                  <a:cubicBezTo>
                    <a:pt x="1" y="1101"/>
                    <a:pt x="46" y="1146"/>
                    <a:pt x="101" y="1146"/>
                  </a:cubicBezTo>
                  <a:cubicBezTo>
                    <a:pt x="156" y="1146"/>
                    <a:pt x="200" y="1101"/>
                    <a:pt x="200" y="1046"/>
                  </a:cubicBezTo>
                  <a:lnTo>
                    <a:pt x="200" y="101"/>
                  </a:lnTo>
                  <a:cubicBezTo>
                    <a:pt x="200" y="46"/>
                    <a:pt x="156" y="1"/>
                    <a:pt x="101" y="1"/>
                  </a:cubicBezTo>
                  <a:close/>
                </a:path>
              </a:pathLst>
            </a:custGeom>
            <a:solidFill>
              <a:srgbClr val="8A8A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15"/>
            <p:cNvSpPr/>
            <p:nvPr/>
          </p:nvSpPr>
          <p:spPr>
            <a:xfrm>
              <a:off x="3662232" y="1722377"/>
              <a:ext cx="75" cy="7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close/>
                </a:path>
              </a:pathLst>
            </a:custGeom>
            <a:solidFill>
              <a:srgbClr val="4747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15"/>
            <p:cNvSpPr/>
            <p:nvPr/>
          </p:nvSpPr>
          <p:spPr>
            <a:xfrm>
              <a:off x="3613484" y="1722377"/>
              <a:ext cx="97571" cy="31998"/>
            </a:xfrm>
            <a:custGeom>
              <a:avLst/>
              <a:gdLst/>
              <a:ahLst/>
              <a:cxnLst/>
              <a:rect l="l" t="t" r="r" b="b"/>
              <a:pathLst>
                <a:path w="1299" h="426" extrusionOk="0">
                  <a:moveTo>
                    <a:pt x="359" y="1"/>
                  </a:moveTo>
                  <a:cubicBezTo>
                    <a:pt x="269" y="1"/>
                    <a:pt x="88" y="220"/>
                    <a:pt x="0" y="425"/>
                  </a:cubicBezTo>
                  <a:lnTo>
                    <a:pt x="1299" y="425"/>
                  </a:lnTo>
                  <a:cubicBezTo>
                    <a:pt x="1212" y="219"/>
                    <a:pt x="1031" y="1"/>
                    <a:pt x="941" y="1"/>
                  </a:cubicBezTo>
                  <a:close/>
                </a:path>
              </a:pathLst>
            </a:custGeom>
            <a:solidFill>
              <a:srgbClr val="4747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15"/>
            <p:cNvSpPr/>
            <p:nvPr/>
          </p:nvSpPr>
          <p:spPr>
            <a:xfrm>
              <a:off x="3880211" y="1689553"/>
              <a:ext cx="123410" cy="69028"/>
            </a:xfrm>
            <a:custGeom>
              <a:avLst/>
              <a:gdLst/>
              <a:ahLst/>
              <a:cxnLst/>
              <a:rect l="l" t="t" r="r" b="b"/>
              <a:pathLst>
                <a:path w="1643" h="919" extrusionOk="0">
                  <a:moveTo>
                    <a:pt x="977" y="1"/>
                  </a:moveTo>
                  <a:cubicBezTo>
                    <a:pt x="963" y="1"/>
                    <a:pt x="950" y="6"/>
                    <a:pt x="940" y="15"/>
                  </a:cubicBezTo>
                  <a:lnTo>
                    <a:pt x="24" y="820"/>
                  </a:lnTo>
                  <a:cubicBezTo>
                    <a:pt x="6" y="836"/>
                    <a:pt x="1" y="860"/>
                    <a:pt x="9" y="882"/>
                  </a:cubicBezTo>
                  <a:cubicBezTo>
                    <a:pt x="15" y="904"/>
                    <a:pt x="35" y="919"/>
                    <a:pt x="60" y="919"/>
                  </a:cubicBezTo>
                  <a:lnTo>
                    <a:pt x="1048" y="919"/>
                  </a:lnTo>
                  <a:cubicBezTo>
                    <a:pt x="1069" y="919"/>
                    <a:pt x="1089" y="907"/>
                    <a:pt x="1099" y="888"/>
                  </a:cubicBezTo>
                  <a:lnTo>
                    <a:pt x="1635" y="83"/>
                  </a:lnTo>
                  <a:cubicBezTo>
                    <a:pt x="1643" y="64"/>
                    <a:pt x="1642" y="44"/>
                    <a:pt x="1632" y="27"/>
                  </a:cubicBezTo>
                  <a:cubicBezTo>
                    <a:pt x="1621" y="11"/>
                    <a:pt x="1604" y="1"/>
                    <a:pt x="158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15"/>
            <p:cNvSpPr/>
            <p:nvPr/>
          </p:nvSpPr>
          <p:spPr>
            <a:xfrm>
              <a:off x="3893280" y="1769999"/>
              <a:ext cx="90285" cy="61818"/>
            </a:xfrm>
            <a:custGeom>
              <a:avLst/>
              <a:gdLst/>
              <a:ahLst/>
              <a:cxnLst/>
              <a:rect l="l" t="t" r="r" b="b"/>
              <a:pathLst>
                <a:path w="1202" h="823" extrusionOk="0">
                  <a:moveTo>
                    <a:pt x="62" y="0"/>
                  </a:moveTo>
                  <a:cubicBezTo>
                    <a:pt x="40" y="0"/>
                    <a:pt x="19" y="14"/>
                    <a:pt x="10" y="35"/>
                  </a:cubicBezTo>
                  <a:cubicBezTo>
                    <a:pt x="1" y="55"/>
                    <a:pt x="6" y="80"/>
                    <a:pt x="23" y="96"/>
                  </a:cubicBezTo>
                  <a:lnTo>
                    <a:pt x="745" y="807"/>
                  </a:lnTo>
                  <a:cubicBezTo>
                    <a:pt x="755" y="818"/>
                    <a:pt x="768" y="823"/>
                    <a:pt x="783" y="823"/>
                  </a:cubicBezTo>
                  <a:lnTo>
                    <a:pt x="1144" y="823"/>
                  </a:lnTo>
                  <a:cubicBezTo>
                    <a:pt x="1164" y="823"/>
                    <a:pt x="1181" y="813"/>
                    <a:pt x="1192" y="794"/>
                  </a:cubicBezTo>
                  <a:cubicBezTo>
                    <a:pt x="1202" y="777"/>
                    <a:pt x="1202" y="756"/>
                    <a:pt x="1192" y="738"/>
                  </a:cubicBezTo>
                  <a:lnTo>
                    <a:pt x="770" y="27"/>
                  </a:lnTo>
                  <a:cubicBezTo>
                    <a:pt x="760" y="10"/>
                    <a:pt x="741" y="0"/>
                    <a:pt x="72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15"/>
            <p:cNvSpPr/>
            <p:nvPr/>
          </p:nvSpPr>
          <p:spPr>
            <a:xfrm>
              <a:off x="3440949" y="1744460"/>
              <a:ext cx="550274" cy="166299"/>
            </a:xfrm>
            <a:custGeom>
              <a:avLst/>
              <a:gdLst/>
              <a:ahLst/>
              <a:cxnLst/>
              <a:rect l="l" t="t" r="r" b="b"/>
              <a:pathLst>
                <a:path w="7326" h="2214" extrusionOk="0">
                  <a:moveTo>
                    <a:pt x="2261" y="0"/>
                  </a:moveTo>
                  <a:cubicBezTo>
                    <a:pt x="861" y="0"/>
                    <a:pt x="0" y="796"/>
                    <a:pt x="0" y="1368"/>
                  </a:cubicBezTo>
                  <a:cubicBezTo>
                    <a:pt x="0" y="1889"/>
                    <a:pt x="476" y="2214"/>
                    <a:pt x="1241" y="2214"/>
                  </a:cubicBezTo>
                  <a:lnTo>
                    <a:pt x="3574" y="2214"/>
                  </a:lnTo>
                  <a:cubicBezTo>
                    <a:pt x="3590" y="2214"/>
                    <a:pt x="3605" y="2207"/>
                    <a:pt x="3615" y="2196"/>
                  </a:cubicBezTo>
                  <a:lnTo>
                    <a:pt x="4608" y="1102"/>
                  </a:lnTo>
                  <a:lnTo>
                    <a:pt x="7162" y="431"/>
                  </a:lnTo>
                  <a:cubicBezTo>
                    <a:pt x="7180" y="426"/>
                    <a:pt x="7194" y="413"/>
                    <a:pt x="7200" y="396"/>
                  </a:cubicBezTo>
                  <a:lnTo>
                    <a:pt x="7318" y="75"/>
                  </a:lnTo>
                  <a:cubicBezTo>
                    <a:pt x="7325" y="59"/>
                    <a:pt x="7322" y="39"/>
                    <a:pt x="7312" y="24"/>
                  </a:cubicBezTo>
                  <a:cubicBezTo>
                    <a:pt x="7302" y="9"/>
                    <a:pt x="7284" y="0"/>
                    <a:pt x="726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15"/>
            <p:cNvSpPr/>
            <p:nvPr/>
          </p:nvSpPr>
          <p:spPr>
            <a:xfrm>
              <a:off x="3460478" y="1764215"/>
              <a:ext cx="147596" cy="96144"/>
            </a:xfrm>
            <a:custGeom>
              <a:avLst/>
              <a:gdLst/>
              <a:ahLst/>
              <a:cxnLst/>
              <a:rect l="l" t="t" r="r" b="b"/>
              <a:pathLst>
                <a:path w="1965" h="1280" extrusionOk="0">
                  <a:moveTo>
                    <a:pt x="1908" y="0"/>
                  </a:moveTo>
                  <a:cubicBezTo>
                    <a:pt x="1046" y="0"/>
                    <a:pt x="574" y="328"/>
                    <a:pt x="330" y="603"/>
                  </a:cubicBezTo>
                  <a:cubicBezTo>
                    <a:pt x="63" y="902"/>
                    <a:pt x="5" y="1201"/>
                    <a:pt x="2" y="1213"/>
                  </a:cubicBezTo>
                  <a:cubicBezTo>
                    <a:pt x="0" y="1229"/>
                    <a:pt x="4" y="1247"/>
                    <a:pt x="14" y="1259"/>
                  </a:cubicBezTo>
                  <a:cubicBezTo>
                    <a:pt x="26" y="1272"/>
                    <a:pt x="42" y="1279"/>
                    <a:pt x="58" y="1279"/>
                  </a:cubicBezTo>
                  <a:lnTo>
                    <a:pt x="1117" y="1279"/>
                  </a:lnTo>
                  <a:cubicBezTo>
                    <a:pt x="1126" y="1279"/>
                    <a:pt x="1132" y="1278"/>
                    <a:pt x="1140" y="1275"/>
                  </a:cubicBezTo>
                  <a:lnTo>
                    <a:pt x="1930" y="952"/>
                  </a:lnTo>
                  <a:cubicBezTo>
                    <a:pt x="1950" y="943"/>
                    <a:pt x="1965" y="922"/>
                    <a:pt x="1965" y="900"/>
                  </a:cubicBezTo>
                  <a:lnTo>
                    <a:pt x="1965" y="57"/>
                  </a:lnTo>
                  <a:cubicBezTo>
                    <a:pt x="1965" y="26"/>
                    <a:pt x="1939" y="0"/>
                    <a:pt x="190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15"/>
            <p:cNvSpPr/>
            <p:nvPr/>
          </p:nvSpPr>
          <p:spPr>
            <a:xfrm>
              <a:off x="3655397" y="1791931"/>
              <a:ext cx="71357" cy="71357"/>
            </a:xfrm>
            <a:custGeom>
              <a:avLst/>
              <a:gdLst/>
              <a:ahLst/>
              <a:cxnLst/>
              <a:rect l="l" t="t" r="r" b="b"/>
              <a:pathLst>
                <a:path w="950" h="950" extrusionOk="0">
                  <a:moveTo>
                    <a:pt x="312" y="1"/>
                  </a:moveTo>
                  <a:lnTo>
                    <a:pt x="312" y="312"/>
                  </a:lnTo>
                  <a:lnTo>
                    <a:pt x="1" y="312"/>
                  </a:lnTo>
                  <a:lnTo>
                    <a:pt x="1" y="638"/>
                  </a:lnTo>
                  <a:lnTo>
                    <a:pt x="312" y="638"/>
                  </a:lnTo>
                  <a:lnTo>
                    <a:pt x="312" y="949"/>
                  </a:lnTo>
                  <a:lnTo>
                    <a:pt x="638" y="949"/>
                  </a:lnTo>
                  <a:lnTo>
                    <a:pt x="638" y="638"/>
                  </a:lnTo>
                  <a:lnTo>
                    <a:pt x="949" y="638"/>
                  </a:lnTo>
                  <a:lnTo>
                    <a:pt x="949" y="312"/>
                  </a:lnTo>
                  <a:lnTo>
                    <a:pt x="638" y="312"/>
                  </a:lnTo>
                  <a:lnTo>
                    <a:pt x="63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15"/>
            <p:cNvSpPr/>
            <p:nvPr/>
          </p:nvSpPr>
          <p:spPr>
            <a:xfrm>
              <a:off x="622630" y="3338566"/>
              <a:ext cx="4028959" cy="46645"/>
            </a:xfrm>
            <a:custGeom>
              <a:avLst/>
              <a:gdLst/>
              <a:ahLst/>
              <a:cxnLst/>
              <a:rect l="l" t="t" r="r" b="b"/>
              <a:pathLst>
                <a:path w="53639" h="621" extrusionOk="0">
                  <a:moveTo>
                    <a:pt x="1" y="0"/>
                  </a:moveTo>
                  <a:cubicBezTo>
                    <a:pt x="79" y="209"/>
                    <a:pt x="159" y="415"/>
                    <a:pt x="242" y="620"/>
                  </a:cubicBezTo>
                  <a:lnTo>
                    <a:pt x="53397" y="620"/>
                  </a:lnTo>
                  <a:cubicBezTo>
                    <a:pt x="53481" y="415"/>
                    <a:pt x="53560" y="209"/>
                    <a:pt x="5363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15"/>
            <p:cNvSpPr/>
            <p:nvPr/>
          </p:nvSpPr>
          <p:spPr>
            <a:xfrm>
              <a:off x="2053985" y="1908280"/>
              <a:ext cx="1166798" cy="1430442"/>
            </a:xfrm>
            <a:custGeom>
              <a:avLst/>
              <a:gdLst/>
              <a:ahLst/>
              <a:cxnLst/>
              <a:rect l="l" t="t" r="r" b="b"/>
              <a:pathLst>
                <a:path w="15534" h="19044" extrusionOk="0">
                  <a:moveTo>
                    <a:pt x="1" y="1"/>
                  </a:moveTo>
                  <a:lnTo>
                    <a:pt x="1" y="19043"/>
                  </a:lnTo>
                  <a:lnTo>
                    <a:pt x="15534" y="19043"/>
                  </a:lnTo>
                  <a:lnTo>
                    <a:pt x="1553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15"/>
            <p:cNvSpPr/>
            <p:nvPr/>
          </p:nvSpPr>
          <p:spPr>
            <a:xfrm>
              <a:off x="1999678" y="1808005"/>
              <a:ext cx="1275335" cy="100275"/>
            </a:xfrm>
            <a:custGeom>
              <a:avLst/>
              <a:gdLst/>
              <a:ahLst/>
              <a:cxnLst/>
              <a:rect l="l" t="t" r="r" b="b"/>
              <a:pathLst>
                <a:path w="16979" h="1335" extrusionOk="0">
                  <a:moveTo>
                    <a:pt x="0" y="1"/>
                  </a:moveTo>
                  <a:lnTo>
                    <a:pt x="0" y="1335"/>
                  </a:lnTo>
                  <a:lnTo>
                    <a:pt x="16978" y="1335"/>
                  </a:lnTo>
                  <a:lnTo>
                    <a:pt x="1697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15"/>
            <p:cNvSpPr/>
            <p:nvPr/>
          </p:nvSpPr>
          <p:spPr>
            <a:xfrm>
              <a:off x="2028522" y="1908280"/>
              <a:ext cx="1217799" cy="40110"/>
            </a:xfrm>
            <a:custGeom>
              <a:avLst/>
              <a:gdLst/>
              <a:ahLst/>
              <a:cxnLst/>
              <a:rect l="l" t="t" r="r" b="b"/>
              <a:pathLst>
                <a:path w="16213" h="534" extrusionOk="0">
                  <a:moveTo>
                    <a:pt x="0" y="1"/>
                  </a:moveTo>
                  <a:lnTo>
                    <a:pt x="0" y="534"/>
                  </a:lnTo>
                  <a:lnTo>
                    <a:pt x="16212" y="534"/>
                  </a:lnTo>
                  <a:lnTo>
                    <a:pt x="1621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15"/>
            <p:cNvSpPr/>
            <p:nvPr/>
          </p:nvSpPr>
          <p:spPr>
            <a:xfrm>
              <a:off x="2053985" y="2750738"/>
              <a:ext cx="1166798" cy="106134"/>
            </a:xfrm>
            <a:custGeom>
              <a:avLst/>
              <a:gdLst/>
              <a:ahLst/>
              <a:cxnLst/>
              <a:rect l="l" t="t" r="r" b="b"/>
              <a:pathLst>
                <a:path w="15534" h="1413" extrusionOk="0">
                  <a:moveTo>
                    <a:pt x="1" y="0"/>
                  </a:moveTo>
                  <a:lnTo>
                    <a:pt x="1" y="1412"/>
                  </a:lnTo>
                  <a:lnTo>
                    <a:pt x="15534" y="1412"/>
                  </a:lnTo>
                  <a:lnTo>
                    <a:pt x="15534" y="0"/>
                  </a:lnTo>
                  <a:close/>
                </a:path>
              </a:pathLst>
            </a:custGeom>
            <a:solidFill>
              <a:srgbClr val="249A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15"/>
            <p:cNvSpPr/>
            <p:nvPr/>
          </p:nvSpPr>
          <p:spPr>
            <a:xfrm>
              <a:off x="2053985" y="2725200"/>
              <a:ext cx="1166798" cy="25613"/>
            </a:xfrm>
            <a:custGeom>
              <a:avLst/>
              <a:gdLst/>
              <a:ahLst/>
              <a:cxnLst/>
              <a:rect l="l" t="t" r="r" b="b"/>
              <a:pathLst>
                <a:path w="15534" h="341" extrusionOk="0">
                  <a:moveTo>
                    <a:pt x="1" y="0"/>
                  </a:moveTo>
                  <a:lnTo>
                    <a:pt x="1" y="340"/>
                  </a:lnTo>
                  <a:lnTo>
                    <a:pt x="15534" y="340"/>
                  </a:lnTo>
                  <a:lnTo>
                    <a:pt x="15534" y="0"/>
                  </a:lnTo>
                  <a:close/>
                </a:path>
              </a:pathLst>
            </a:custGeom>
            <a:solidFill>
              <a:srgbClr val="249A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15"/>
            <p:cNvSpPr/>
            <p:nvPr/>
          </p:nvSpPr>
          <p:spPr>
            <a:xfrm>
              <a:off x="2182879" y="2975774"/>
              <a:ext cx="909087" cy="65348"/>
            </a:xfrm>
            <a:custGeom>
              <a:avLst/>
              <a:gdLst/>
              <a:ahLst/>
              <a:cxnLst/>
              <a:rect l="l" t="t" r="r" b="b"/>
              <a:pathLst>
                <a:path w="12103" h="870" extrusionOk="0">
                  <a:moveTo>
                    <a:pt x="1" y="1"/>
                  </a:moveTo>
                  <a:lnTo>
                    <a:pt x="1" y="870"/>
                  </a:lnTo>
                  <a:lnTo>
                    <a:pt x="12103" y="870"/>
                  </a:lnTo>
                  <a:lnTo>
                    <a:pt x="1210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15"/>
            <p:cNvSpPr/>
            <p:nvPr/>
          </p:nvSpPr>
          <p:spPr>
            <a:xfrm>
              <a:off x="2051281" y="2856796"/>
              <a:ext cx="1166798" cy="25613"/>
            </a:xfrm>
            <a:custGeom>
              <a:avLst/>
              <a:gdLst/>
              <a:ahLst/>
              <a:cxnLst/>
              <a:rect l="l" t="t" r="r" b="b"/>
              <a:pathLst>
                <a:path w="15534" h="341" extrusionOk="0">
                  <a:moveTo>
                    <a:pt x="1" y="0"/>
                  </a:moveTo>
                  <a:lnTo>
                    <a:pt x="1" y="341"/>
                  </a:lnTo>
                  <a:lnTo>
                    <a:pt x="15534" y="341"/>
                  </a:lnTo>
                  <a:lnTo>
                    <a:pt x="15534" y="0"/>
                  </a:lnTo>
                  <a:close/>
                </a:path>
              </a:pathLst>
            </a:custGeom>
            <a:solidFill>
              <a:srgbClr val="249A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15"/>
            <p:cNvSpPr/>
            <p:nvPr/>
          </p:nvSpPr>
          <p:spPr>
            <a:xfrm>
              <a:off x="2314327" y="1631342"/>
              <a:ext cx="646043" cy="1344514"/>
            </a:xfrm>
            <a:custGeom>
              <a:avLst/>
              <a:gdLst/>
              <a:ahLst/>
              <a:cxnLst/>
              <a:rect l="l" t="t" r="r" b="b"/>
              <a:pathLst>
                <a:path w="8601" h="17900" extrusionOk="0">
                  <a:moveTo>
                    <a:pt x="0" y="0"/>
                  </a:moveTo>
                  <a:lnTo>
                    <a:pt x="0" y="17900"/>
                  </a:lnTo>
                  <a:lnTo>
                    <a:pt x="8600" y="17900"/>
                  </a:lnTo>
                  <a:lnTo>
                    <a:pt x="860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15"/>
            <p:cNvSpPr/>
            <p:nvPr/>
          </p:nvSpPr>
          <p:spPr>
            <a:xfrm>
              <a:off x="2506692" y="1493586"/>
              <a:ext cx="261542" cy="261542"/>
            </a:xfrm>
            <a:custGeom>
              <a:avLst/>
              <a:gdLst/>
              <a:ahLst/>
              <a:cxnLst/>
              <a:rect l="l" t="t" r="r" b="b"/>
              <a:pathLst>
                <a:path w="3482" h="3482" extrusionOk="0">
                  <a:moveTo>
                    <a:pt x="1743" y="1"/>
                  </a:moveTo>
                  <a:cubicBezTo>
                    <a:pt x="1742" y="1"/>
                    <a:pt x="1741" y="1"/>
                    <a:pt x="1741" y="1"/>
                  </a:cubicBezTo>
                  <a:cubicBezTo>
                    <a:pt x="779" y="1"/>
                    <a:pt x="0" y="779"/>
                    <a:pt x="0" y="1741"/>
                  </a:cubicBezTo>
                  <a:cubicBezTo>
                    <a:pt x="0" y="2703"/>
                    <a:pt x="779" y="3482"/>
                    <a:pt x="1741" y="3482"/>
                  </a:cubicBezTo>
                  <a:cubicBezTo>
                    <a:pt x="2703" y="3482"/>
                    <a:pt x="3481" y="2703"/>
                    <a:pt x="3481" y="1741"/>
                  </a:cubicBezTo>
                  <a:cubicBezTo>
                    <a:pt x="3481" y="780"/>
                    <a:pt x="2703" y="1"/>
                    <a:pt x="174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15"/>
            <p:cNvSpPr/>
            <p:nvPr/>
          </p:nvSpPr>
          <p:spPr>
            <a:xfrm>
              <a:off x="2529451" y="1516345"/>
              <a:ext cx="216024" cy="216024"/>
            </a:xfrm>
            <a:custGeom>
              <a:avLst/>
              <a:gdLst/>
              <a:ahLst/>
              <a:cxnLst/>
              <a:rect l="l" t="t" r="r" b="b"/>
              <a:pathLst>
                <a:path w="2876" h="2876" extrusionOk="0">
                  <a:moveTo>
                    <a:pt x="1438" y="1"/>
                  </a:moveTo>
                  <a:cubicBezTo>
                    <a:pt x="644" y="1"/>
                    <a:pt x="0" y="644"/>
                    <a:pt x="0" y="1438"/>
                  </a:cubicBezTo>
                  <a:cubicBezTo>
                    <a:pt x="0" y="2232"/>
                    <a:pt x="644" y="2876"/>
                    <a:pt x="1438" y="2876"/>
                  </a:cubicBezTo>
                  <a:cubicBezTo>
                    <a:pt x="2232" y="2876"/>
                    <a:pt x="2875" y="2232"/>
                    <a:pt x="2875" y="1438"/>
                  </a:cubicBezTo>
                  <a:cubicBezTo>
                    <a:pt x="2875" y="644"/>
                    <a:pt x="2232" y="1"/>
                    <a:pt x="143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15"/>
            <p:cNvSpPr/>
            <p:nvPr/>
          </p:nvSpPr>
          <p:spPr>
            <a:xfrm>
              <a:off x="2573317" y="1560210"/>
              <a:ext cx="128217" cy="128142"/>
            </a:xfrm>
            <a:custGeom>
              <a:avLst/>
              <a:gdLst/>
              <a:ahLst/>
              <a:cxnLst/>
              <a:rect l="l" t="t" r="r" b="b"/>
              <a:pathLst>
                <a:path w="1707" h="1706" extrusionOk="0">
                  <a:moveTo>
                    <a:pt x="560" y="1"/>
                  </a:moveTo>
                  <a:lnTo>
                    <a:pt x="560" y="561"/>
                  </a:lnTo>
                  <a:lnTo>
                    <a:pt x="0" y="561"/>
                  </a:lnTo>
                  <a:lnTo>
                    <a:pt x="0" y="1147"/>
                  </a:lnTo>
                  <a:lnTo>
                    <a:pt x="560" y="1147"/>
                  </a:lnTo>
                  <a:lnTo>
                    <a:pt x="560" y="1705"/>
                  </a:lnTo>
                  <a:lnTo>
                    <a:pt x="1146" y="1705"/>
                  </a:lnTo>
                  <a:lnTo>
                    <a:pt x="1146" y="1147"/>
                  </a:lnTo>
                  <a:lnTo>
                    <a:pt x="1706" y="1147"/>
                  </a:lnTo>
                  <a:lnTo>
                    <a:pt x="1706" y="561"/>
                  </a:lnTo>
                  <a:lnTo>
                    <a:pt x="1146" y="561"/>
                  </a:lnTo>
                  <a:lnTo>
                    <a:pt x="114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15"/>
            <p:cNvSpPr/>
            <p:nvPr/>
          </p:nvSpPr>
          <p:spPr>
            <a:xfrm>
              <a:off x="2379000" y="1807705"/>
              <a:ext cx="58438" cy="100350"/>
            </a:xfrm>
            <a:custGeom>
              <a:avLst/>
              <a:gdLst/>
              <a:ahLst/>
              <a:cxnLst/>
              <a:rect l="l" t="t" r="r" b="b"/>
              <a:pathLst>
                <a:path w="778" h="1336" extrusionOk="0">
                  <a:moveTo>
                    <a:pt x="1" y="1"/>
                  </a:moveTo>
                  <a:lnTo>
                    <a:pt x="1" y="1336"/>
                  </a:lnTo>
                  <a:lnTo>
                    <a:pt x="271" y="1336"/>
                  </a:lnTo>
                  <a:lnTo>
                    <a:pt x="271" y="742"/>
                  </a:lnTo>
                  <a:lnTo>
                    <a:pt x="507" y="742"/>
                  </a:lnTo>
                  <a:lnTo>
                    <a:pt x="507" y="1336"/>
                  </a:lnTo>
                  <a:lnTo>
                    <a:pt x="777" y="1336"/>
                  </a:lnTo>
                  <a:lnTo>
                    <a:pt x="777" y="1"/>
                  </a:lnTo>
                  <a:lnTo>
                    <a:pt x="507" y="1"/>
                  </a:lnTo>
                  <a:lnTo>
                    <a:pt x="507" y="548"/>
                  </a:lnTo>
                  <a:lnTo>
                    <a:pt x="271" y="548"/>
                  </a:lnTo>
                  <a:lnTo>
                    <a:pt x="27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3;p15"/>
            <p:cNvSpPr/>
            <p:nvPr/>
          </p:nvSpPr>
          <p:spPr>
            <a:xfrm>
              <a:off x="2457192" y="1806428"/>
              <a:ext cx="59339" cy="103054"/>
            </a:xfrm>
            <a:custGeom>
              <a:avLst/>
              <a:gdLst/>
              <a:ahLst/>
              <a:cxnLst/>
              <a:rect l="l" t="t" r="r" b="b"/>
              <a:pathLst>
                <a:path w="790" h="1372" extrusionOk="0">
                  <a:moveTo>
                    <a:pt x="394" y="195"/>
                  </a:moveTo>
                  <a:cubicBezTo>
                    <a:pt x="415" y="195"/>
                    <a:pt x="431" y="198"/>
                    <a:pt x="446" y="205"/>
                  </a:cubicBezTo>
                  <a:cubicBezTo>
                    <a:pt x="461" y="211"/>
                    <a:pt x="472" y="218"/>
                    <a:pt x="481" y="228"/>
                  </a:cubicBezTo>
                  <a:cubicBezTo>
                    <a:pt x="488" y="239"/>
                    <a:pt x="496" y="252"/>
                    <a:pt x="501" y="268"/>
                  </a:cubicBezTo>
                  <a:cubicBezTo>
                    <a:pt x="506" y="286"/>
                    <a:pt x="508" y="300"/>
                    <a:pt x="509" y="315"/>
                  </a:cubicBezTo>
                  <a:cubicBezTo>
                    <a:pt x="511" y="331"/>
                    <a:pt x="512" y="349"/>
                    <a:pt x="512" y="371"/>
                  </a:cubicBezTo>
                  <a:lnTo>
                    <a:pt x="512" y="996"/>
                  </a:lnTo>
                  <a:cubicBezTo>
                    <a:pt x="512" y="1018"/>
                    <a:pt x="511" y="1036"/>
                    <a:pt x="509" y="1051"/>
                  </a:cubicBezTo>
                  <a:cubicBezTo>
                    <a:pt x="508" y="1066"/>
                    <a:pt x="506" y="1083"/>
                    <a:pt x="501" y="1100"/>
                  </a:cubicBezTo>
                  <a:cubicBezTo>
                    <a:pt x="497" y="1116"/>
                    <a:pt x="488" y="1130"/>
                    <a:pt x="481" y="1140"/>
                  </a:cubicBezTo>
                  <a:cubicBezTo>
                    <a:pt x="473" y="1150"/>
                    <a:pt x="462" y="1158"/>
                    <a:pt x="446" y="1166"/>
                  </a:cubicBezTo>
                  <a:cubicBezTo>
                    <a:pt x="432" y="1172"/>
                    <a:pt x="415" y="1176"/>
                    <a:pt x="394" y="1176"/>
                  </a:cubicBezTo>
                  <a:cubicBezTo>
                    <a:pt x="374" y="1176"/>
                    <a:pt x="355" y="1172"/>
                    <a:pt x="342" y="1166"/>
                  </a:cubicBezTo>
                  <a:cubicBezTo>
                    <a:pt x="328" y="1157"/>
                    <a:pt x="317" y="1150"/>
                    <a:pt x="308" y="1140"/>
                  </a:cubicBezTo>
                  <a:cubicBezTo>
                    <a:pt x="301" y="1131"/>
                    <a:pt x="295" y="1116"/>
                    <a:pt x="290" y="1100"/>
                  </a:cubicBezTo>
                  <a:cubicBezTo>
                    <a:pt x="285" y="1082"/>
                    <a:pt x="282" y="1066"/>
                    <a:pt x="281" y="1051"/>
                  </a:cubicBezTo>
                  <a:cubicBezTo>
                    <a:pt x="280" y="1036"/>
                    <a:pt x="278" y="1018"/>
                    <a:pt x="278" y="996"/>
                  </a:cubicBezTo>
                  <a:lnTo>
                    <a:pt x="278" y="371"/>
                  </a:lnTo>
                  <a:cubicBezTo>
                    <a:pt x="278" y="349"/>
                    <a:pt x="280" y="331"/>
                    <a:pt x="281" y="315"/>
                  </a:cubicBezTo>
                  <a:cubicBezTo>
                    <a:pt x="282" y="300"/>
                    <a:pt x="285" y="286"/>
                    <a:pt x="290" y="268"/>
                  </a:cubicBezTo>
                  <a:cubicBezTo>
                    <a:pt x="295" y="252"/>
                    <a:pt x="301" y="239"/>
                    <a:pt x="308" y="228"/>
                  </a:cubicBezTo>
                  <a:cubicBezTo>
                    <a:pt x="317" y="219"/>
                    <a:pt x="328" y="211"/>
                    <a:pt x="342" y="205"/>
                  </a:cubicBezTo>
                  <a:cubicBezTo>
                    <a:pt x="355" y="198"/>
                    <a:pt x="374" y="195"/>
                    <a:pt x="394" y="195"/>
                  </a:cubicBezTo>
                  <a:close/>
                  <a:moveTo>
                    <a:pt x="394" y="0"/>
                  </a:moveTo>
                  <a:cubicBezTo>
                    <a:pt x="322" y="0"/>
                    <a:pt x="260" y="10"/>
                    <a:pt x="209" y="30"/>
                  </a:cubicBezTo>
                  <a:cubicBezTo>
                    <a:pt x="158" y="48"/>
                    <a:pt x="118" y="77"/>
                    <a:pt x="87" y="115"/>
                  </a:cubicBezTo>
                  <a:cubicBezTo>
                    <a:pt x="57" y="154"/>
                    <a:pt x="35" y="198"/>
                    <a:pt x="21" y="251"/>
                  </a:cubicBezTo>
                  <a:cubicBezTo>
                    <a:pt x="7" y="303"/>
                    <a:pt x="0" y="364"/>
                    <a:pt x="0" y="436"/>
                  </a:cubicBezTo>
                  <a:lnTo>
                    <a:pt x="0" y="930"/>
                  </a:lnTo>
                  <a:cubicBezTo>
                    <a:pt x="0" y="1002"/>
                    <a:pt x="7" y="1064"/>
                    <a:pt x="21" y="1116"/>
                  </a:cubicBezTo>
                  <a:cubicBezTo>
                    <a:pt x="35" y="1169"/>
                    <a:pt x="57" y="1215"/>
                    <a:pt x="87" y="1254"/>
                  </a:cubicBezTo>
                  <a:cubicBezTo>
                    <a:pt x="117" y="1293"/>
                    <a:pt x="158" y="1322"/>
                    <a:pt x="209" y="1342"/>
                  </a:cubicBezTo>
                  <a:cubicBezTo>
                    <a:pt x="260" y="1361"/>
                    <a:pt x="322" y="1371"/>
                    <a:pt x="394" y="1371"/>
                  </a:cubicBezTo>
                  <a:cubicBezTo>
                    <a:pt x="534" y="1371"/>
                    <a:pt x="636" y="1332"/>
                    <a:pt x="697" y="1259"/>
                  </a:cubicBezTo>
                  <a:cubicBezTo>
                    <a:pt x="759" y="1183"/>
                    <a:pt x="789" y="1074"/>
                    <a:pt x="789" y="930"/>
                  </a:cubicBezTo>
                  <a:lnTo>
                    <a:pt x="789" y="436"/>
                  </a:lnTo>
                  <a:cubicBezTo>
                    <a:pt x="789" y="293"/>
                    <a:pt x="759" y="184"/>
                    <a:pt x="697" y="110"/>
                  </a:cubicBezTo>
                  <a:cubicBezTo>
                    <a:pt x="636" y="37"/>
                    <a:pt x="534" y="0"/>
                    <a:pt x="39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15"/>
            <p:cNvSpPr/>
            <p:nvPr/>
          </p:nvSpPr>
          <p:spPr>
            <a:xfrm>
              <a:off x="2533658" y="1806203"/>
              <a:ext cx="54156" cy="103280"/>
            </a:xfrm>
            <a:custGeom>
              <a:avLst/>
              <a:gdLst/>
              <a:ahLst/>
              <a:cxnLst/>
              <a:rect l="l" t="t" r="r" b="b"/>
              <a:pathLst>
                <a:path w="721" h="1375" extrusionOk="0">
                  <a:moveTo>
                    <a:pt x="359" y="0"/>
                  </a:moveTo>
                  <a:cubicBezTo>
                    <a:pt x="247" y="0"/>
                    <a:pt x="160" y="31"/>
                    <a:pt x="97" y="90"/>
                  </a:cubicBezTo>
                  <a:cubicBezTo>
                    <a:pt x="32" y="148"/>
                    <a:pt x="0" y="233"/>
                    <a:pt x="0" y="341"/>
                  </a:cubicBezTo>
                  <a:cubicBezTo>
                    <a:pt x="0" y="393"/>
                    <a:pt x="9" y="440"/>
                    <a:pt x="24" y="483"/>
                  </a:cubicBezTo>
                  <a:cubicBezTo>
                    <a:pt x="39" y="526"/>
                    <a:pt x="58" y="561"/>
                    <a:pt x="80" y="588"/>
                  </a:cubicBezTo>
                  <a:cubicBezTo>
                    <a:pt x="103" y="617"/>
                    <a:pt x="131" y="647"/>
                    <a:pt x="168" y="678"/>
                  </a:cubicBezTo>
                  <a:lnTo>
                    <a:pt x="311" y="802"/>
                  </a:lnTo>
                  <a:cubicBezTo>
                    <a:pt x="363" y="847"/>
                    <a:pt x="398" y="887"/>
                    <a:pt x="421" y="923"/>
                  </a:cubicBezTo>
                  <a:cubicBezTo>
                    <a:pt x="445" y="958"/>
                    <a:pt x="456" y="1003"/>
                    <a:pt x="456" y="1056"/>
                  </a:cubicBezTo>
                  <a:cubicBezTo>
                    <a:pt x="456" y="1088"/>
                    <a:pt x="449" y="1114"/>
                    <a:pt x="434" y="1135"/>
                  </a:cubicBezTo>
                  <a:cubicBezTo>
                    <a:pt x="420" y="1155"/>
                    <a:pt x="397" y="1165"/>
                    <a:pt x="365" y="1165"/>
                  </a:cubicBezTo>
                  <a:cubicBezTo>
                    <a:pt x="322" y="1165"/>
                    <a:pt x="290" y="1145"/>
                    <a:pt x="267" y="1103"/>
                  </a:cubicBezTo>
                  <a:cubicBezTo>
                    <a:pt x="247" y="1060"/>
                    <a:pt x="236" y="998"/>
                    <a:pt x="235" y="915"/>
                  </a:cubicBezTo>
                  <a:lnTo>
                    <a:pt x="0" y="957"/>
                  </a:lnTo>
                  <a:cubicBezTo>
                    <a:pt x="6" y="1099"/>
                    <a:pt x="39" y="1204"/>
                    <a:pt x="101" y="1272"/>
                  </a:cubicBezTo>
                  <a:cubicBezTo>
                    <a:pt x="162" y="1339"/>
                    <a:pt x="254" y="1374"/>
                    <a:pt x="378" y="1374"/>
                  </a:cubicBezTo>
                  <a:cubicBezTo>
                    <a:pt x="480" y="1374"/>
                    <a:pt x="562" y="1342"/>
                    <a:pt x="626" y="1277"/>
                  </a:cubicBezTo>
                  <a:cubicBezTo>
                    <a:pt x="688" y="1215"/>
                    <a:pt x="721" y="1135"/>
                    <a:pt x="721" y="1038"/>
                  </a:cubicBezTo>
                  <a:cubicBezTo>
                    <a:pt x="721" y="994"/>
                    <a:pt x="716" y="954"/>
                    <a:pt x="705" y="915"/>
                  </a:cubicBezTo>
                  <a:cubicBezTo>
                    <a:pt x="693" y="877"/>
                    <a:pt x="678" y="840"/>
                    <a:pt x="659" y="808"/>
                  </a:cubicBezTo>
                  <a:cubicBezTo>
                    <a:pt x="640" y="777"/>
                    <a:pt x="618" y="749"/>
                    <a:pt x="596" y="723"/>
                  </a:cubicBezTo>
                  <a:cubicBezTo>
                    <a:pt x="574" y="698"/>
                    <a:pt x="548" y="672"/>
                    <a:pt x="518" y="645"/>
                  </a:cubicBezTo>
                  <a:lnTo>
                    <a:pt x="378" y="522"/>
                  </a:lnTo>
                  <a:cubicBezTo>
                    <a:pt x="358" y="504"/>
                    <a:pt x="342" y="489"/>
                    <a:pt x="332" y="479"/>
                  </a:cubicBezTo>
                  <a:cubicBezTo>
                    <a:pt x="322" y="469"/>
                    <a:pt x="309" y="454"/>
                    <a:pt x="297" y="436"/>
                  </a:cubicBezTo>
                  <a:cubicBezTo>
                    <a:pt x="284" y="419"/>
                    <a:pt x="275" y="399"/>
                    <a:pt x="270" y="380"/>
                  </a:cubicBezTo>
                  <a:cubicBezTo>
                    <a:pt x="262" y="361"/>
                    <a:pt x="260" y="339"/>
                    <a:pt x="260" y="315"/>
                  </a:cubicBezTo>
                  <a:cubicBezTo>
                    <a:pt x="260" y="284"/>
                    <a:pt x="267" y="259"/>
                    <a:pt x="285" y="236"/>
                  </a:cubicBezTo>
                  <a:cubicBezTo>
                    <a:pt x="300" y="215"/>
                    <a:pt x="324" y="204"/>
                    <a:pt x="353" y="203"/>
                  </a:cubicBezTo>
                  <a:cubicBezTo>
                    <a:pt x="357" y="202"/>
                    <a:pt x="360" y="202"/>
                    <a:pt x="363" y="202"/>
                  </a:cubicBezTo>
                  <a:cubicBezTo>
                    <a:pt x="377" y="202"/>
                    <a:pt x="389" y="206"/>
                    <a:pt x="399" y="211"/>
                  </a:cubicBezTo>
                  <a:cubicBezTo>
                    <a:pt x="413" y="218"/>
                    <a:pt x="423" y="226"/>
                    <a:pt x="430" y="238"/>
                  </a:cubicBezTo>
                  <a:cubicBezTo>
                    <a:pt x="438" y="250"/>
                    <a:pt x="443" y="265"/>
                    <a:pt x="449" y="284"/>
                  </a:cubicBezTo>
                  <a:cubicBezTo>
                    <a:pt x="452" y="303"/>
                    <a:pt x="456" y="322"/>
                    <a:pt x="457" y="341"/>
                  </a:cubicBezTo>
                  <a:cubicBezTo>
                    <a:pt x="459" y="359"/>
                    <a:pt x="460" y="383"/>
                    <a:pt x="461" y="409"/>
                  </a:cubicBezTo>
                  <a:lnTo>
                    <a:pt x="694" y="372"/>
                  </a:lnTo>
                  <a:cubicBezTo>
                    <a:pt x="691" y="344"/>
                    <a:pt x="689" y="318"/>
                    <a:pt x="686" y="296"/>
                  </a:cubicBezTo>
                  <a:cubicBezTo>
                    <a:pt x="682" y="272"/>
                    <a:pt x="677" y="247"/>
                    <a:pt x="670" y="221"/>
                  </a:cubicBezTo>
                  <a:cubicBezTo>
                    <a:pt x="663" y="194"/>
                    <a:pt x="653" y="172"/>
                    <a:pt x="643" y="151"/>
                  </a:cubicBezTo>
                  <a:cubicBezTo>
                    <a:pt x="631" y="131"/>
                    <a:pt x="617" y="111"/>
                    <a:pt x="600" y="91"/>
                  </a:cubicBezTo>
                  <a:cubicBezTo>
                    <a:pt x="584" y="72"/>
                    <a:pt x="563" y="55"/>
                    <a:pt x="542" y="42"/>
                  </a:cubicBezTo>
                  <a:cubicBezTo>
                    <a:pt x="518" y="30"/>
                    <a:pt x="492" y="19"/>
                    <a:pt x="461" y="11"/>
                  </a:cubicBezTo>
                  <a:cubicBezTo>
                    <a:pt x="430" y="4"/>
                    <a:pt x="395" y="0"/>
                    <a:pt x="35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;p15"/>
            <p:cNvSpPr/>
            <p:nvPr/>
          </p:nvSpPr>
          <p:spPr>
            <a:xfrm>
              <a:off x="2604564" y="1807705"/>
              <a:ext cx="57536" cy="100501"/>
            </a:xfrm>
            <a:custGeom>
              <a:avLst/>
              <a:gdLst/>
              <a:ahLst/>
              <a:cxnLst/>
              <a:rect l="l" t="t" r="r" b="b"/>
              <a:pathLst>
                <a:path w="766" h="1338" extrusionOk="0">
                  <a:moveTo>
                    <a:pt x="359" y="189"/>
                  </a:moveTo>
                  <a:cubicBezTo>
                    <a:pt x="393" y="189"/>
                    <a:pt x="420" y="193"/>
                    <a:pt x="441" y="200"/>
                  </a:cubicBezTo>
                  <a:cubicBezTo>
                    <a:pt x="461" y="208"/>
                    <a:pt x="477" y="220"/>
                    <a:pt x="487" y="239"/>
                  </a:cubicBezTo>
                  <a:cubicBezTo>
                    <a:pt x="497" y="256"/>
                    <a:pt x="503" y="276"/>
                    <a:pt x="505" y="296"/>
                  </a:cubicBezTo>
                  <a:cubicBezTo>
                    <a:pt x="508" y="317"/>
                    <a:pt x="509" y="345"/>
                    <a:pt x="509" y="379"/>
                  </a:cubicBezTo>
                  <a:cubicBezTo>
                    <a:pt x="509" y="449"/>
                    <a:pt x="499" y="496"/>
                    <a:pt x="479" y="522"/>
                  </a:cubicBezTo>
                  <a:cubicBezTo>
                    <a:pt x="458" y="550"/>
                    <a:pt x="418" y="563"/>
                    <a:pt x="359" y="563"/>
                  </a:cubicBezTo>
                  <a:lnTo>
                    <a:pt x="272" y="563"/>
                  </a:lnTo>
                  <a:lnTo>
                    <a:pt x="272" y="189"/>
                  </a:lnTo>
                  <a:close/>
                  <a:moveTo>
                    <a:pt x="1" y="1"/>
                  </a:moveTo>
                  <a:lnTo>
                    <a:pt x="1" y="1336"/>
                  </a:lnTo>
                  <a:lnTo>
                    <a:pt x="1" y="1338"/>
                  </a:lnTo>
                  <a:lnTo>
                    <a:pt x="273" y="1338"/>
                  </a:lnTo>
                  <a:lnTo>
                    <a:pt x="273" y="756"/>
                  </a:lnTo>
                  <a:lnTo>
                    <a:pt x="393" y="756"/>
                  </a:lnTo>
                  <a:cubicBezTo>
                    <a:pt x="449" y="756"/>
                    <a:pt x="499" y="749"/>
                    <a:pt x="543" y="737"/>
                  </a:cubicBezTo>
                  <a:cubicBezTo>
                    <a:pt x="586" y="725"/>
                    <a:pt x="625" y="705"/>
                    <a:pt x="659" y="678"/>
                  </a:cubicBezTo>
                  <a:cubicBezTo>
                    <a:pt x="694" y="649"/>
                    <a:pt x="720" y="611"/>
                    <a:pt x="739" y="562"/>
                  </a:cubicBezTo>
                  <a:cubicBezTo>
                    <a:pt x="756" y="512"/>
                    <a:pt x="765" y="454"/>
                    <a:pt x="765" y="384"/>
                  </a:cubicBezTo>
                  <a:cubicBezTo>
                    <a:pt x="765" y="128"/>
                    <a:pt x="649" y="1"/>
                    <a:pt x="41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15"/>
            <p:cNvSpPr/>
            <p:nvPr/>
          </p:nvSpPr>
          <p:spPr>
            <a:xfrm>
              <a:off x="2678551" y="1807705"/>
              <a:ext cx="20355" cy="100350"/>
            </a:xfrm>
            <a:custGeom>
              <a:avLst/>
              <a:gdLst/>
              <a:ahLst/>
              <a:cxnLst/>
              <a:rect l="l" t="t" r="r" b="b"/>
              <a:pathLst>
                <a:path w="271" h="1336" extrusionOk="0">
                  <a:moveTo>
                    <a:pt x="0" y="1"/>
                  </a:moveTo>
                  <a:lnTo>
                    <a:pt x="0" y="1336"/>
                  </a:lnTo>
                  <a:lnTo>
                    <a:pt x="270" y="1336"/>
                  </a:lnTo>
                  <a:lnTo>
                    <a:pt x="27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15"/>
            <p:cNvSpPr/>
            <p:nvPr/>
          </p:nvSpPr>
          <p:spPr>
            <a:xfrm>
              <a:off x="2713478" y="1807630"/>
              <a:ext cx="52203" cy="100425"/>
            </a:xfrm>
            <a:custGeom>
              <a:avLst/>
              <a:gdLst/>
              <a:ahLst/>
              <a:cxnLst/>
              <a:rect l="l" t="t" r="r" b="b"/>
              <a:pathLst>
                <a:path w="695" h="1337" extrusionOk="0">
                  <a:moveTo>
                    <a:pt x="1" y="0"/>
                  </a:moveTo>
                  <a:lnTo>
                    <a:pt x="1" y="201"/>
                  </a:lnTo>
                  <a:lnTo>
                    <a:pt x="215" y="201"/>
                  </a:lnTo>
                  <a:lnTo>
                    <a:pt x="215" y="1337"/>
                  </a:lnTo>
                  <a:lnTo>
                    <a:pt x="485" y="1337"/>
                  </a:lnTo>
                  <a:lnTo>
                    <a:pt x="485" y="201"/>
                  </a:lnTo>
                  <a:lnTo>
                    <a:pt x="694" y="201"/>
                  </a:lnTo>
                  <a:lnTo>
                    <a:pt x="69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15"/>
            <p:cNvSpPr/>
            <p:nvPr/>
          </p:nvSpPr>
          <p:spPr>
            <a:xfrm>
              <a:off x="2774621" y="1807705"/>
              <a:ext cx="61517" cy="100350"/>
            </a:xfrm>
            <a:custGeom>
              <a:avLst/>
              <a:gdLst/>
              <a:ahLst/>
              <a:cxnLst/>
              <a:rect l="l" t="t" r="r" b="b"/>
              <a:pathLst>
                <a:path w="819" h="1336" extrusionOk="0">
                  <a:moveTo>
                    <a:pt x="410" y="340"/>
                  </a:moveTo>
                  <a:lnTo>
                    <a:pt x="490" y="872"/>
                  </a:lnTo>
                  <a:lnTo>
                    <a:pt x="332" y="872"/>
                  </a:lnTo>
                  <a:lnTo>
                    <a:pt x="410" y="340"/>
                  </a:lnTo>
                  <a:close/>
                  <a:moveTo>
                    <a:pt x="261" y="1"/>
                  </a:moveTo>
                  <a:lnTo>
                    <a:pt x="0" y="1336"/>
                  </a:lnTo>
                  <a:lnTo>
                    <a:pt x="257" y="1336"/>
                  </a:lnTo>
                  <a:lnTo>
                    <a:pt x="306" y="1041"/>
                  </a:lnTo>
                  <a:lnTo>
                    <a:pt x="517" y="1041"/>
                  </a:lnTo>
                  <a:lnTo>
                    <a:pt x="566" y="1336"/>
                  </a:lnTo>
                  <a:lnTo>
                    <a:pt x="819" y="1336"/>
                  </a:lnTo>
                  <a:lnTo>
                    <a:pt x="55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15"/>
            <p:cNvSpPr/>
            <p:nvPr/>
          </p:nvSpPr>
          <p:spPr>
            <a:xfrm>
              <a:off x="2852062" y="1807705"/>
              <a:ext cx="43715" cy="100501"/>
            </a:xfrm>
            <a:custGeom>
              <a:avLst/>
              <a:gdLst/>
              <a:ahLst/>
              <a:cxnLst/>
              <a:rect l="l" t="t" r="r" b="b"/>
              <a:pathLst>
                <a:path w="582" h="1338" extrusionOk="0">
                  <a:moveTo>
                    <a:pt x="1" y="1"/>
                  </a:moveTo>
                  <a:lnTo>
                    <a:pt x="1" y="1336"/>
                  </a:lnTo>
                  <a:lnTo>
                    <a:pt x="1" y="1338"/>
                  </a:lnTo>
                  <a:lnTo>
                    <a:pt x="582" y="1338"/>
                  </a:lnTo>
                  <a:lnTo>
                    <a:pt x="582" y="1152"/>
                  </a:lnTo>
                  <a:lnTo>
                    <a:pt x="272" y="1152"/>
                  </a:lnTo>
                  <a:lnTo>
                    <a:pt x="27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15"/>
            <p:cNvSpPr/>
            <p:nvPr/>
          </p:nvSpPr>
          <p:spPr>
            <a:xfrm>
              <a:off x="2379000" y="1981514"/>
              <a:ext cx="516699" cy="994339"/>
            </a:xfrm>
            <a:custGeom>
              <a:avLst/>
              <a:gdLst/>
              <a:ahLst/>
              <a:cxnLst/>
              <a:rect l="l" t="t" r="r" b="b"/>
              <a:pathLst>
                <a:path w="6879" h="13238" extrusionOk="0">
                  <a:moveTo>
                    <a:pt x="1" y="1"/>
                  </a:moveTo>
                  <a:lnTo>
                    <a:pt x="1" y="13238"/>
                  </a:lnTo>
                  <a:lnTo>
                    <a:pt x="6879" y="13238"/>
                  </a:lnTo>
                  <a:lnTo>
                    <a:pt x="687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15"/>
            <p:cNvSpPr/>
            <p:nvPr/>
          </p:nvSpPr>
          <p:spPr>
            <a:xfrm>
              <a:off x="2257016" y="3041046"/>
              <a:ext cx="51903" cy="297596"/>
            </a:xfrm>
            <a:custGeom>
              <a:avLst/>
              <a:gdLst/>
              <a:ahLst/>
              <a:cxnLst/>
              <a:rect l="l" t="t" r="r" b="b"/>
              <a:pathLst>
                <a:path w="691" h="3962" extrusionOk="0">
                  <a:moveTo>
                    <a:pt x="1" y="1"/>
                  </a:moveTo>
                  <a:lnTo>
                    <a:pt x="1" y="3961"/>
                  </a:lnTo>
                  <a:lnTo>
                    <a:pt x="691" y="3961"/>
                  </a:lnTo>
                  <a:lnTo>
                    <a:pt x="69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15"/>
            <p:cNvSpPr/>
            <p:nvPr/>
          </p:nvSpPr>
          <p:spPr>
            <a:xfrm>
              <a:off x="2965859" y="3041046"/>
              <a:ext cx="51828" cy="297596"/>
            </a:xfrm>
            <a:custGeom>
              <a:avLst/>
              <a:gdLst/>
              <a:ahLst/>
              <a:cxnLst/>
              <a:rect l="l" t="t" r="r" b="b"/>
              <a:pathLst>
                <a:path w="690" h="3962" extrusionOk="0">
                  <a:moveTo>
                    <a:pt x="1" y="1"/>
                  </a:moveTo>
                  <a:lnTo>
                    <a:pt x="1" y="3961"/>
                  </a:lnTo>
                  <a:lnTo>
                    <a:pt x="689" y="3961"/>
                  </a:lnTo>
                  <a:lnTo>
                    <a:pt x="68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15"/>
            <p:cNvSpPr/>
            <p:nvPr/>
          </p:nvSpPr>
          <p:spPr>
            <a:xfrm>
              <a:off x="2408068" y="3338566"/>
              <a:ext cx="458637" cy="46645"/>
            </a:xfrm>
            <a:custGeom>
              <a:avLst/>
              <a:gdLst/>
              <a:ahLst/>
              <a:cxnLst/>
              <a:rect l="l" t="t" r="r" b="b"/>
              <a:pathLst>
                <a:path w="6106" h="621" extrusionOk="0">
                  <a:moveTo>
                    <a:pt x="1" y="0"/>
                  </a:moveTo>
                  <a:lnTo>
                    <a:pt x="1" y="620"/>
                  </a:lnTo>
                  <a:lnTo>
                    <a:pt x="6106" y="620"/>
                  </a:lnTo>
                  <a:lnTo>
                    <a:pt x="610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15"/>
            <p:cNvSpPr/>
            <p:nvPr/>
          </p:nvSpPr>
          <p:spPr>
            <a:xfrm>
              <a:off x="2408068" y="3338566"/>
              <a:ext cx="458637" cy="19604"/>
            </a:xfrm>
            <a:custGeom>
              <a:avLst/>
              <a:gdLst/>
              <a:ahLst/>
              <a:cxnLst/>
              <a:rect l="l" t="t" r="r" b="b"/>
              <a:pathLst>
                <a:path w="6106" h="261" extrusionOk="0">
                  <a:moveTo>
                    <a:pt x="1" y="0"/>
                  </a:moveTo>
                  <a:lnTo>
                    <a:pt x="1" y="260"/>
                  </a:lnTo>
                  <a:lnTo>
                    <a:pt x="6106" y="260"/>
                  </a:lnTo>
                  <a:lnTo>
                    <a:pt x="610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15"/>
            <p:cNvSpPr/>
            <p:nvPr/>
          </p:nvSpPr>
          <p:spPr>
            <a:xfrm>
              <a:off x="2244322" y="3385135"/>
              <a:ext cx="786203" cy="46720"/>
            </a:xfrm>
            <a:custGeom>
              <a:avLst/>
              <a:gdLst/>
              <a:ahLst/>
              <a:cxnLst/>
              <a:rect l="l" t="t" r="r" b="b"/>
              <a:pathLst>
                <a:path w="10467" h="622" extrusionOk="0">
                  <a:moveTo>
                    <a:pt x="0" y="0"/>
                  </a:moveTo>
                  <a:lnTo>
                    <a:pt x="0" y="622"/>
                  </a:lnTo>
                  <a:lnTo>
                    <a:pt x="10466" y="622"/>
                  </a:lnTo>
                  <a:lnTo>
                    <a:pt x="1046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15"/>
            <p:cNvSpPr/>
            <p:nvPr/>
          </p:nvSpPr>
          <p:spPr>
            <a:xfrm>
              <a:off x="2054736" y="3431780"/>
              <a:ext cx="1165295" cy="46645"/>
            </a:xfrm>
            <a:custGeom>
              <a:avLst/>
              <a:gdLst/>
              <a:ahLst/>
              <a:cxnLst/>
              <a:rect l="l" t="t" r="r" b="b"/>
              <a:pathLst>
                <a:path w="15514" h="621" extrusionOk="0">
                  <a:moveTo>
                    <a:pt x="1" y="1"/>
                  </a:moveTo>
                  <a:lnTo>
                    <a:pt x="1" y="621"/>
                  </a:lnTo>
                  <a:lnTo>
                    <a:pt x="15514" y="621"/>
                  </a:lnTo>
                  <a:lnTo>
                    <a:pt x="1551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15"/>
            <p:cNvSpPr/>
            <p:nvPr/>
          </p:nvSpPr>
          <p:spPr>
            <a:xfrm>
              <a:off x="2244322" y="3385135"/>
              <a:ext cx="786203" cy="19604"/>
            </a:xfrm>
            <a:custGeom>
              <a:avLst/>
              <a:gdLst/>
              <a:ahLst/>
              <a:cxnLst/>
              <a:rect l="l" t="t" r="r" b="b"/>
              <a:pathLst>
                <a:path w="10467" h="261" extrusionOk="0">
                  <a:moveTo>
                    <a:pt x="0" y="0"/>
                  </a:moveTo>
                  <a:lnTo>
                    <a:pt x="0" y="260"/>
                  </a:lnTo>
                  <a:lnTo>
                    <a:pt x="10466" y="260"/>
                  </a:lnTo>
                  <a:lnTo>
                    <a:pt x="1046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15"/>
            <p:cNvSpPr/>
            <p:nvPr/>
          </p:nvSpPr>
          <p:spPr>
            <a:xfrm>
              <a:off x="2054736" y="3431780"/>
              <a:ext cx="1165295" cy="19529"/>
            </a:xfrm>
            <a:custGeom>
              <a:avLst/>
              <a:gdLst/>
              <a:ahLst/>
              <a:cxnLst/>
              <a:rect l="l" t="t" r="r" b="b"/>
              <a:pathLst>
                <a:path w="15514" h="260" extrusionOk="0">
                  <a:moveTo>
                    <a:pt x="1" y="1"/>
                  </a:moveTo>
                  <a:lnTo>
                    <a:pt x="1" y="259"/>
                  </a:lnTo>
                  <a:lnTo>
                    <a:pt x="15514" y="259"/>
                  </a:lnTo>
                  <a:lnTo>
                    <a:pt x="1551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15"/>
            <p:cNvSpPr/>
            <p:nvPr/>
          </p:nvSpPr>
          <p:spPr>
            <a:xfrm>
              <a:off x="3220717" y="2011409"/>
              <a:ext cx="734375" cy="100350"/>
            </a:xfrm>
            <a:custGeom>
              <a:avLst/>
              <a:gdLst/>
              <a:ahLst/>
              <a:cxnLst/>
              <a:rect l="l" t="t" r="r" b="b"/>
              <a:pathLst>
                <a:path w="9777" h="1336" extrusionOk="0">
                  <a:moveTo>
                    <a:pt x="1" y="1"/>
                  </a:moveTo>
                  <a:lnTo>
                    <a:pt x="1" y="1335"/>
                  </a:lnTo>
                  <a:lnTo>
                    <a:pt x="9776" y="1335"/>
                  </a:lnTo>
                  <a:lnTo>
                    <a:pt x="977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15"/>
            <p:cNvSpPr/>
            <p:nvPr/>
          </p:nvSpPr>
          <p:spPr>
            <a:xfrm>
              <a:off x="3220717" y="2111684"/>
              <a:ext cx="655732" cy="1226963"/>
            </a:xfrm>
            <a:custGeom>
              <a:avLst/>
              <a:gdLst/>
              <a:ahLst/>
              <a:cxnLst/>
              <a:rect l="l" t="t" r="r" b="b"/>
              <a:pathLst>
                <a:path w="8730" h="16335" extrusionOk="0">
                  <a:moveTo>
                    <a:pt x="1" y="0"/>
                  </a:moveTo>
                  <a:lnTo>
                    <a:pt x="1" y="16334"/>
                  </a:lnTo>
                  <a:lnTo>
                    <a:pt x="8730" y="16334"/>
                  </a:lnTo>
                  <a:lnTo>
                    <a:pt x="873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15"/>
            <p:cNvSpPr/>
            <p:nvPr/>
          </p:nvSpPr>
          <p:spPr>
            <a:xfrm>
              <a:off x="3290798" y="2201893"/>
              <a:ext cx="127466" cy="221507"/>
            </a:xfrm>
            <a:custGeom>
              <a:avLst/>
              <a:gdLst/>
              <a:ahLst/>
              <a:cxnLst/>
              <a:rect l="l" t="t" r="r" b="b"/>
              <a:pathLst>
                <a:path w="1697" h="2949" extrusionOk="0">
                  <a:moveTo>
                    <a:pt x="1" y="0"/>
                  </a:moveTo>
                  <a:lnTo>
                    <a:pt x="1" y="2948"/>
                  </a:lnTo>
                  <a:lnTo>
                    <a:pt x="1696" y="2948"/>
                  </a:lnTo>
                  <a:lnTo>
                    <a:pt x="169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15"/>
            <p:cNvSpPr/>
            <p:nvPr/>
          </p:nvSpPr>
          <p:spPr>
            <a:xfrm>
              <a:off x="3308374" y="2222775"/>
              <a:ext cx="92463" cy="179444"/>
            </a:xfrm>
            <a:custGeom>
              <a:avLst/>
              <a:gdLst/>
              <a:ahLst/>
              <a:cxnLst/>
              <a:rect l="l" t="t" r="r" b="b"/>
              <a:pathLst>
                <a:path w="1231" h="2389" extrusionOk="0">
                  <a:moveTo>
                    <a:pt x="0" y="1"/>
                  </a:moveTo>
                  <a:lnTo>
                    <a:pt x="0" y="2389"/>
                  </a:lnTo>
                  <a:lnTo>
                    <a:pt x="1230" y="2389"/>
                  </a:lnTo>
                  <a:lnTo>
                    <a:pt x="123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15"/>
            <p:cNvSpPr/>
            <p:nvPr/>
          </p:nvSpPr>
          <p:spPr>
            <a:xfrm>
              <a:off x="3299060" y="2303445"/>
              <a:ext cx="111091" cy="18327"/>
            </a:xfrm>
            <a:custGeom>
              <a:avLst/>
              <a:gdLst/>
              <a:ahLst/>
              <a:cxnLst/>
              <a:rect l="l" t="t" r="r" b="b"/>
              <a:pathLst>
                <a:path w="1479" h="244" extrusionOk="0">
                  <a:moveTo>
                    <a:pt x="0" y="0"/>
                  </a:moveTo>
                  <a:lnTo>
                    <a:pt x="0" y="244"/>
                  </a:lnTo>
                  <a:lnTo>
                    <a:pt x="1479" y="244"/>
                  </a:lnTo>
                  <a:lnTo>
                    <a:pt x="147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5"/>
            <p:cNvSpPr/>
            <p:nvPr/>
          </p:nvSpPr>
          <p:spPr>
            <a:xfrm>
              <a:off x="3485040" y="2201893"/>
              <a:ext cx="127316" cy="221507"/>
            </a:xfrm>
            <a:custGeom>
              <a:avLst/>
              <a:gdLst/>
              <a:ahLst/>
              <a:cxnLst/>
              <a:rect l="l" t="t" r="r" b="b"/>
              <a:pathLst>
                <a:path w="1695" h="2949" extrusionOk="0">
                  <a:moveTo>
                    <a:pt x="0" y="0"/>
                  </a:moveTo>
                  <a:lnTo>
                    <a:pt x="0" y="2948"/>
                  </a:lnTo>
                  <a:lnTo>
                    <a:pt x="1695" y="2948"/>
                  </a:lnTo>
                  <a:lnTo>
                    <a:pt x="169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15"/>
            <p:cNvSpPr/>
            <p:nvPr/>
          </p:nvSpPr>
          <p:spPr>
            <a:xfrm>
              <a:off x="3502392" y="2222775"/>
              <a:ext cx="92463" cy="179444"/>
            </a:xfrm>
            <a:custGeom>
              <a:avLst/>
              <a:gdLst/>
              <a:ahLst/>
              <a:cxnLst/>
              <a:rect l="l" t="t" r="r" b="b"/>
              <a:pathLst>
                <a:path w="1231" h="2389" extrusionOk="0">
                  <a:moveTo>
                    <a:pt x="1" y="1"/>
                  </a:moveTo>
                  <a:lnTo>
                    <a:pt x="1" y="2389"/>
                  </a:lnTo>
                  <a:lnTo>
                    <a:pt x="1231" y="2389"/>
                  </a:lnTo>
                  <a:lnTo>
                    <a:pt x="123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15"/>
            <p:cNvSpPr/>
            <p:nvPr/>
          </p:nvSpPr>
          <p:spPr>
            <a:xfrm>
              <a:off x="3493078" y="2303445"/>
              <a:ext cx="111167" cy="18327"/>
            </a:xfrm>
            <a:custGeom>
              <a:avLst/>
              <a:gdLst/>
              <a:ahLst/>
              <a:cxnLst/>
              <a:rect l="l" t="t" r="r" b="b"/>
              <a:pathLst>
                <a:path w="1480" h="244" extrusionOk="0">
                  <a:moveTo>
                    <a:pt x="1" y="0"/>
                  </a:moveTo>
                  <a:lnTo>
                    <a:pt x="1" y="244"/>
                  </a:lnTo>
                  <a:lnTo>
                    <a:pt x="1479" y="244"/>
                  </a:lnTo>
                  <a:lnTo>
                    <a:pt x="147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15"/>
            <p:cNvSpPr/>
            <p:nvPr/>
          </p:nvSpPr>
          <p:spPr>
            <a:xfrm>
              <a:off x="3679133" y="2201893"/>
              <a:ext cx="127316" cy="221507"/>
            </a:xfrm>
            <a:custGeom>
              <a:avLst/>
              <a:gdLst/>
              <a:ahLst/>
              <a:cxnLst/>
              <a:rect l="l" t="t" r="r" b="b"/>
              <a:pathLst>
                <a:path w="1695" h="2949" extrusionOk="0">
                  <a:moveTo>
                    <a:pt x="0" y="0"/>
                  </a:moveTo>
                  <a:lnTo>
                    <a:pt x="0" y="2948"/>
                  </a:lnTo>
                  <a:lnTo>
                    <a:pt x="1694" y="2948"/>
                  </a:lnTo>
                  <a:lnTo>
                    <a:pt x="169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5"/>
            <p:cNvSpPr/>
            <p:nvPr/>
          </p:nvSpPr>
          <p:spPr>
            <a:xfrm>
              <a:off x="3696484" y="2222775"/>
              <a:ext cx="92463" cy="179444"/>
            </a:xfrm>
            <a:custGeom>
              <a:avLst/>
              <a:gdLst/>
              <a:ahLst/>
              <a:cxnLst/>
              <a:rect l="l" t="t" r="r" b="b"/>
              <a:pathLst>
                <a:path w="1231" h="2389" extrusionOk="0">
                  <a:moveTo>
                    <a:pt x="0" y="1"/>
                  </a:moveTo>
                  <a:lnTo>
                    <a:pt x="0" y="2389"/>
                  </a:lnTo>
                  <a:lnTo>
                    <a:pt x="1230" y="2389"/>
                  </a:lnTo>
                  <a:lnTo>
                    <a:pt x="123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15"/>
            <p:cNvSpPr/>
            <p:nvPr/>
          </p:nvSpPr>
          <p:spPr>
            <a:xfrm>
              <a:off x="3687170" y="2303445"/>
              <a:ext cx="111091" cy="18327"/>
            </a:xfrm>
            <a:custGeom>
              <a:avLst/>
              <a:gdLst/>
              <a:ahLst/>
              <a:cxnLst/>
              <a:rect l="l" t="t" r="r" b="b"/>
              <a:pathLst>
                <a:path w="1479" h="244" extrusionOk="0">
                  <a:moveTo>
                    <a:pt x="0" y="0"/>
                  </a:moveTo>
                  <a:lnTo>
                    <a:pt x="0" y="244"/>
                  </a:lnTo>
                  <a:lnTo>
                    <a:pt x="1479" y="244"/>
                  </a:lnTo>
                  <a:lnTo>
                    <a:pt x="147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15"/>
            <p:cNvSpPr/>
            <p:nvPr/>
          </p:nvSpPr>
          <p:spPr>
            <a:xfrm>
              <a:off x="3290798" y="2529307"/>
              <a:ext cx="127466" cy="221507"/>
            </a:xfrm>
            <a:custGeom>
              <a:avLst/>
              <a:gdLst/>
              <a:ahLst/>
              <a:cxnLst/>
              <a:rect l="l" t="t" r="r" b="b"/>
              <a:pathLst>
                <a:path w="1697" h="2949" extrusionOk="0">
                  <a:moveTo>
                    <a:pt x="1" y="0"/>
                  </a:moveTo>
                  <a:lnTo>
                    <a:pt x="1" y="2948"/>
                  </a:lnTo>
                  <a:lnTo>
                    <a:pt x="1696" y="2948"/>
                  </a:lnTo>
                  <a:lnTo>
                    <a:pt x="169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15"/>
            <p:cNvSpPr/>
            <p:nvPr/>
          </p:nvSpPr>
          <p:spPr>
            <a:xfrm>
              <a:off x="3308374" y="2550339"/>
              <a:ext cx="92463" cy="179444"/>
            </a:xfrm>
            <a:custGeom>
              <a:avLst/>
              <a:gdLst/>
              <a:ahLst/>
              <a:cxnLst/>
              <a:rect l="l" t="t" r="r" b="b"/>
              <a:pathLst>
                <a:path w="1231" h="2389" extrusionOk="0">
                  <a:moveTo>
                    <a:pt x="0" y="1"/>
                  </a:moveTo>
                  <a:lnTo>
                    <a:pt x="0" y="2389"/>
                  </a:lnTo>
                  <a:lnTo>
                    <a:pt x="1230" y="2389"/>
                  </a:lnTo>
                  <a:lnTo>
                    <a:pt x="123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15"/>
            <p:cNvSpPr/>
            <p:nvPr/>
          </p:nvSpPr>
          <p:spPr>
            <a:xfrm>
              <a:off x="3299060" y="2630784"/>
              <a:ext cx="111091" cy="18403"/>
            </a:xfrm>
            <a:custGeom>
              <a:avLst/>
              <a:gdLst/>
              <a:ahLst/>
              <a:cxnLst/>
              <a:rect l="l" t="t" r="r" b="b"/>
              <a:pathLst>
                <a:path w="1479" h="245" extrusionOk="0">
                  <a:moveTo>
                    <a:pt x="0" y="1"/>
                  </a:moveTo>
                  <a:lnTo>
                    <a:pt x="0" y="244"/>
                  </a:lnTo>
                  <a:lnTo>
                    <a:pt x="1479" y="244"/>
                  </a:lnTo>
                  <a:lnTo>
                    <a:pt x="147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15"/>
            <p:cNvSpPr/>
            <p:nvPr/>
          </p:nvSpPr>
          <p:spPr>
            <a:xfrm>
              <a:off x="3485040" y="2529307"/>
              <a:ext cx="127316" cy="221507"/>
            </a:xfrm>
            <a:custGeom>
              <a:avLst/>
              <a:gdLst/>
              <a:ahLst/>
              <a:cxnLst/>
              <a:rect l="l" t="t" r="r" b="b"/>
              <a:pathLst>
                <a:path w="1695" h="2949" extrusionOk="0">
                  <a:moveTo>
                    <a:pt x="0" y="0"/>
                  </a:moveTo>
                  <a:lnTo>
                    <a:pt x="0" y="2948"/>
                  </a:lnTo>
                  <a:lnTo>
                    <a:pt x="1695" y="2948"/>
                  </a:lnTo>
                  <a:lnTo>
                    <a:pt x="169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15"/>
            <p:cNvSpPr/>
            <p:nvPr/>
          </p:nvSpPr>
          <p:spPr>
            <a:xfrm>
              <a:off x="3502392" y="2550339"/>
              <a:ext cx="92463" cy="179444"/>
            </a:xfrm>
            <a:custGeom>
              <a:avLst/>
              <a:gdLst/>
              <a:ahLst/>
              <a:cxnLst/>
              <a:rect l="l" t="t" r="r" b="b"/>
              <a:pathLst>
                <a:path w="1231" h="2389" extrusionOk="0">
                  <a:moveTo>
                    <a:pt x="1" y="1"/>
                  </a:moveTo>
                  <a:lnTo>
                    <a:pt x="1" y="2389"/>
                  </a:lnTo>
                  <a:lnTo>
                    <a:pt x="1231" y="2389"/>
                  </a:lnTo>
                  <a:lnTo>
                    <a:pt x="123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15"/>
            <p:cNvSpPr/>
            <p:nvPr/>
          </p:nvSpPr>
          <p:spPr>
            <a:xfrm>
              <a:off x="3493078" y="2630784"/>
              <a:ext cx="111167" cy="18403"/>
            </a:xfrm>
            <a:custGeom>
              <a:avLst/>
              <a:gdLst/>
              <a:ahLst/>
              <a:cxnLst/>
              <a:rect l="l" t="t" r="r" b="b"/>
              <a:pathLst>
                <a:path w="1480" h="245" extrusionOk="0">
                  <a:moveTo>
                    <a:pt x="1" y="1"/>
                  </a:moveTo>
                  <a:lnTo>
                    <a:pt x="1" y="244"/>
                  </a:lnTo>
                  <a:lnTo>
                    <a:pt x="1479" y="244"/>
                  </a:lnTo>
                  <a:lnTo>
                    <a:pt x="147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15"/>
            <p:cNvSpPr/>
            <p:nvPr/>
          </p:nvSpPr>
          <p:spPr>
            <a:xfrm>
              <a:off x="3679133" y="2529307"/>
              <a:ext cx="127316" cy="221507"/>
            </a:xfrm>
            <a:custGeom>
              <a:avLst/>
              <a:gdLst/>
              <a:ahLst/>
              <a:cxnLst/>
              <a:rect l="l" t="t" r="r" b="b"/>
              <a:pathLst>
                <a:path w="1695" h="2949" extrusionOk="0">
                  <a:moveTo>
                    <a:pt x="0" y="0"/>
                  </a:moveTo>
                  <a:lnTo>
                    <a:pt x="0" y="2948"/>
                  </a:lnTo>
                  <a:lnTo>
                    <a:pt x="1694" y="2948"/>
                  </a:lnTo>
                  <a:lnTo>
                    <a:pt x="169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15"/>
            <p:cNvSpPr/>
            <p:nvPr/>
          </p:nvSpPr>
          <p:spPr>
            <a:xfrm>
              <a:off x="3696484" y="2550339"/>
              <a:ext cx="92463" cy="179444"/>
            </a:xfrm>
            <a:custGeom>
              <a:avLst/>
              <a:gdLst/>
              <a:ahLst/>
              <a:cxnLst/>
              <a:rect l="l" t="t" r="r" b="b"/>
              <a:pathLst>
                <a:path w="1231" h="2389" extrusionOk="0">
                  <a:moveTo>
                    <a:pt x="0" y="1"/>
                  </a:moveTo>
                  <a:lnTo>
                    <a:pt x="0" y="2389"/>
                  </a:lnTo>
                  <a:lnTo>
                    <a:pt x="1230" y="2389"/>
                  </a:lnTo>
                  <a:lnTo>
                    <a:pt x="123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15"/>
            <p:cNvSpPr/>
            <p:nvPr/>
          </p:nvSpPr>
          <p:spPr>
            <a:xfrm>
              <a:off x="3687170" y="2630784"/>
              <a:ext cx="111091" cy="18403"/>
            </a:xfrm>
            <a:custGeom>
              <a:avLst/>
              <a:gdLst/>
              <a:ahLst/>
              <a:cxnLst/>
              <a:rect l="l" t="t" r="r" b="b"/>
              <a:pathLst>
                <a:path w="1479" h="245" extrusionOk="0">
                  <a:moveTo>
                    <a:pt x="0" y="1"/>
                  </a:moveTo>
                  <a:lnTo>
                    <a:pt x="0" y="244"/>
                  </a:lnTo>
                  <a:lnTo>
                    <a:pt x="1479" y="244"/>
                  </a:lnTo>
                  <a:lnTo>
                    <a:pt x="147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15"/>
            <p:cNvSpPr/>
            <p:nvPr/>
          </p:nvSpPr>
          <p:spPr>
            <a:xfrm>
              <a:off x="3290798" y="2856796"/>
              <a:ext cx="127466" cy="221507"/>
            </a:xfrm>
            <a:custGeom>
              <a:avLst/>
              <a:gdLst/>
              <a:ahLst/>
              <a:cxnLst/>
              <a:rect l="l" t="t" r="r" b="b"/>
              <a:pathLst>
                <a:path w="1697" h="2949" extrusionOk="0">
                  <a:moveTo>
                    <a:pt x="1" y="0"/>
                  </a:moveTo>
                  <a:lnTo>
                    <a:pt x="1" y="2949"/>
                  </a:lnTo>
                  <a:lnTo>
                    <a:pt x="1696" y="2949"/>
                  </a:lnTo>
                  <a:lnTo>
                    <a:pt x="1696" y="0"/>
                  </a:lnTo>
                  <a:close/>
                </a:path>
              </a:pathLst>
            </a:custGeom>
            <a:solidFill>
              <a:srgbClr val="3289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15"/>
            <p:cNvSpPr/>
            <p:nvPr/>
          </p:nvSpPr>
          <p:spPr>
            <a:xfrm>
              <a:off x="3308374" y="2877828"/>
              <a:ext cx="92463" cy="179444"/>
            </a:xfrm>
            <a:custGeom>
              <a:avLst/>
              <a:gdLst/>
              <a:ahLst/>
              <a:cxnLst/>
              <a:rect l="l" t="t" r="r" b="b"/>
              <a:pathLst>
                <a:path w="1231" h="2389" extrusionOk="0">
                  <a:moveTo>
                    <a:pt x="0" y="0"/>
                  </a:moveTo>
                  <a:lnTo>
                    <a:pt x="0" y="2388"/>
                  </a:lnTo>
                  <a:lnTo>
                    <a:pt x="1230" y="2388"/>
                  </a:lnTo>
                  <a:lnTo>
                    <a:pt x="123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15"/>
            <p:cNvSpPr/>
            <p:nvPr/>
          </p:nvSpPr>
          <p:spPr>
            <a:xfrm>
              <a:off x="3299060" y="2958273"/>
              <a:ext cx="111091" cy="18403"/>
            </a:xfrm>
            <a:custGeom>
              <a:avLst/>
              <a:gdLst/>
              <a:ahLst/>
              <a:cxnLst/>
              <a:rect l="l" t="t" r="r" b="b"/>
              <a:pathLst>
                <a:path w="1479" h="245" extrusionOk="0">
                  <a:moveTo>
                    <a:pt x="0" y="1"/>
                  </a:moveTo>
                  <a:lnTo>
                    <a:pt x="0" y="244"/>
                  </a:lnTo>
                  <a:lnTo>
                    <a:pt x="1479" y="244"/>
                  </a:lnTo>
                  <a:lnTo>
                    <a:pt x="1479" y="1"/>
                  </a:lnTo>
                  <a:close/>
                </a:path>
              </a:pathLst>
            </a:custGeom>
            <a:solidFill>
              <a:srgbClr val="3289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15"/>
            <p:cNvSpPr/>
            <p:nvPr/>
          </p:nvSpPr>
          <p:spPr>
            <a:xfrm>
              <a:off x="3485040" y="2856796"/>
              <a:ext cx="127316" cy="221507"/>
            </a:xfrm>
            <a:custGeom>
              <a:avLst/>
              <a:gdLst/>
              <a:ahLst/>
              <a:cxnLst/>
              <a:rect l="l" t="t" r="r" b="b"/>
              <a:pathLst>
                <a:path w="1695" h="2949" extrusionOk="0">
                  <a:moveTo>
                    <a:pt x="0" y="0"/>
                  </a:moveTo>
                  <a:lnTo>
                    <a:pt x="0" y="2949"/>
                  </a:lnTo>
                  <a:lnTo>
                    <a:pt x="1695" y="2949"/>
                  </a:lnTo>
                  <a:lnTo>
                    <a:pt x="1695" y="0"/>
                  </a:lnTo>
                  <a:close/>
                </a:path>
              </a:pathLst>
            </a:custGeom>
            <a:solidFill>
              <a:srgbClr val="3289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15"/>
            <p:cNvSpPr/>
            <p:nvPr/>
          </p:nvSpPr>
          <p:spPr>
            <a:xfrm>
              <a:off x="3502392" y="2877828"/>
              <a:ext cx="92463" cy="179444"/>
            </a:xfrm>
            <a:custGeom>
              <a:avLst/>
              <a:gdLst/>
              <a:ahLst/>
              <a:cxnLst/>
              <a:rect l="l" t="t" r="r" b="b"/>
              <a:pathLst>
                <a:path w="1231" h="2389" extrusionOk="0">
                  <a:moveTo>
                    <a:pt x="1" y="0"/>
                  </a:moveTo>
                  <a:lnTo>
                    <a:pt x="1" y="2388"/>
                  </a:lnTo>
                  <a:lnTo>
                    <a:pt x="1231" y="2388"/>
                  </a:lnTo>
                  <a:lnTo>
                    <a:pt x="123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15"/>
            <p:cNvSpPr/>
            <p:nvPr/>
          </p:nvSpPr>
          <p:spPr>
            <a:xfrm>
              <a:off x="3493078" y="2958273"/>
              <a:ext cx="111167" cy="18403"/>
            </a:xfrm>
            <a:custGeom>
              <a:avLst/>
              <a:gdLst/>
              <a:ahLst/>
              <a:cxnLst/>
              <a:rect l="l" t="t" r="r" b="b"/>
              <a:pathLst>
                <a:path w="1480" h="245" extrusionOk="0">
                  <a:moveTo>
                    <a:pt x="1" y="1"/>
                  </a:moveTo>
                  <a:lnTo>
                    <a:pt x="1" y="244"/>
                  </a:lnTo>
                  <a:lnTo>
                    <a:pt x="1479" y="244"/>
                  </a:lnTo>
                  <a:lnTo>
                    <a:pt x="1479" y="1"/>
                  </a:lnTo>
                  <a:close/>
                </a:path>
              </a:pathLst>
            </a:custGeom>
            <a:solidFill>
              <a:srgbClr val="3289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15"/>
            <p:cNvSpPr/>
            <p:nvPr/>
          </p:nvSpPr>
          <p:spPr>
            <a:xfrm>
              <a:off x="3679133" y="2856796"/>
              <a:ext cx="127316" cy="221507"/>
            </a:xfrm>
            <a:custGeom>
              <a:avLst/>
              <a:gdLst/>
              <a:ahLst/>
              <a:cxnLst/>
              <a:rect l="l" t="t" r="r" b="b"/>
              <a:pathLst>
                <a:path w="1695" h="2949" extrusionOk="0">
                  <a:moveTo>
                    <a:pt x="0" y="0"/>
                  </a:moveTo>
                  <a:lnTo>
                    <a:pt x="0" y="2949"/>
                  </a:lnTo>
                  <a:lnTo>
                    <a:pt x="1694" y="2949"/>
                  </a:lnTo>
                  <a:lnTo>
                    <a:pt x="1694" y="0"/>
                  </a:lnTo>
                  <a:close/>
                </a:path>
              </a:pathLst>
            </a:custGeom>
            <a:solidFill>
              <a:srgbClr val="3289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15"/>
            <p:cNvSpPr/>
            <p:nvPr/>
          </p:nvSpPr>
          <p:spPr>
            <a:xfrm>
              <a:off x="3696484" y="2877828"/>
              <a:ext cx="92463" cy="179444"/>
            </a:xfrm>
            <a:custGeom>
              <a:avLst/>
              <a:gdLst/>
              <a:ahLst/>
              <a:cxnLst/>
              <a:rect l="l" t="t" r="r" b="b"/>
              <a:pathLst>
                <a:path w="1231" h="2389" extrusionOk="0">
                  <a:moveTo>
                    <a:pt x="0" y="0"/>
                  </a:moveTo>
                  <a:lnTo>
                    <a:pt x="0" y="2388"/>
                  </a:lnTo>
                  <a:lnTo>
                    <a:pt x="1230" y="2388"/>
                  </a:lnTo>
                  <a:lnTo>
                    <a:pt x="123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15"/>
            <p:cNvSpPr/>
            <p:nvPr/>
          </p:nvSpPr>
          <p:spPr>
            <a:xfrm>
              <a:off x="3687170" y="2958273"/>
              <a:ext cx="111091" cy="18403"/>
            </a:xfrm>
            <a:custGeom>
              <a:avLst/>
              <a:gdLst/>
              <a:ahLst/>
              <a:cxnLst/>
              <a:rect l="l" t="t" r="r" b="b"/>
              <a:pathLst>
                <a:path w="1479" h="245" extrusionOk="0">
                  <a:moveTo>
                    <a:pt x="0" y="1"/>
                  </a:moveTo>
                  <a:lnTo>
                    <a:pt x="0" y="244"/>
                  </a:lnTo>
                  <a:lnTo>
                    <a:pt x="1479" y="244"/>
                  </a:lnTo>
                  <a:lnTo>
                    <a:pt x="1479" y="1"/>
                  </a:lnTo>
                  <a:close/>
                </a:path>
              </a:pathLst>
            </a:custGeom>
            <a:solidFill>
              <a:srgbClr val="3289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15"/>
            <p:cNvSpPr/>
            <p:nvPr/>
          </p:nvSpPr>
          <p:spPr>
            <a:xfrm>
              <a:off x="3220717" y="2111684"/>
              <a:ext cx="699523" cy="40185"/>
            </a:xfrm>
            <a:custGeom>
              <a:avLst/>
              <a:gdLst/>
              <a:ahLst/>
              <a:cxnLst/>
              <a:rect l="l" t="t" r="r" b="b"/>
              <a:pathLst>
                <a:path w="9313" h="535" extrusionOk="0">
                  <a:moveTo>
                    <a:pt x="1" y="0"/>
                  </a:moveTo>
                  <a:lnTo>
                    <a:pt x="1" y="534"/>
                  </a:lnTo>
                  <a:lnTo>
                    <a:pt x="9313" y="534"/>
                  </a:lnTo>
                  <a:lnTo>
                    <a:pt x="931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15"/>
            <p:cNvSpPr/>
            <p:nvPr/>
          </p:nvSpPr>
          <p:spPr>
            <a:xfrm>
              <a:off x="3220717" y="3189844"/>
              <a:ext cx="656333" cy="148873"/>
            </a:xfrm>
            <a:custGeom>
              <a:avLst/>
              <a:gdLst/>
              <a:ahLst/>
              <a:cxnLst/>
              <a:rect l="l" t="t" r="r" b="b"/>
              <a:pathLst>
                <a:path w="8738" h="1982" extrusionOk="0">
                  <a:moveTo>
                    <a:pt x="1" y="1"/>
                  </a:moveTo>
                  <a:lnTo>
                    <a:pt x="1" y="1981"/>
                  </a:lnTo>
                  <a:lnTo>
                    <a:pt x="8738" y="1981"/>
                  </a:lnTo>
                  <a:lnTo>
                    <a:pt x="87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15"/>
            <p:cNvSpPr/>
            <p:nvPr/>
          </p:nvSpPr>
          <p:spPr>
            <a:xfrm>
              <a:off x="3308374" y="2222549"/>
              <a:ext cx="92539" cy="80671"/>
            </a:xfrm>
            <a:custGeom>
              <a:avLst/>
              <a:gdLst/>
              <a:ahLst/>
              <a:cxnLst/>
              <a:rect l="l" t="t" r="r" b="b"/>
              <a:pathLst>
                <a:path w="1232" h="1074" extrusionOk="0">
                  <a:moveTo>
                    <a:pt x="0" y="1"/>
                  </a:moveTo>
                  <a:lnTo>
                    <a:pt x="0" y="1074"/>
                  </a:lnTo>
                  <a:lnTo>
                    <a:pt x="1231" y="1"/>
                  </a:lnTo>
                  <a:close/>
                </a:path>
              </a:pathLst>
            </a:custGeom>
            <a:solidFill>
              <a:srgbClr val="E1F6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15"/>
            <p:cNvSpPr/>
            <p:nvPr/>
          </p:nvSpPr>
          <p:spPr>
            <a:xfrm>
              <a:off x="3502392" y="2222549"/>
              <a:ext cx="92539" cy="80671"/>
            </a:xfrm>
            <a:custGeom>
              <a:avLst/>
              <a:gdLst/>
              <a:ahLst/>
              <a:cxnLst/>
              <a:rect l="l" t="t" r="r" b="b"/>
              <a:pathLst>
                <a:path w="1232" h="1074" extrusionOk="0">
                  <a:moveTo>
                    <a:pt x="1" y="1"/>
                  </a:moveTo>
                  <a:lnTo>
                    <a:pt x="1" y="1074"/>
                  </a:lnTo>
                  <a:lnTo>
                    <a:pt x="1232" y="1"/>
                  </a:lnTo>
                  <a:close/>
                </a:path>
              </a:pathLst>
            </a:custGeom>
            <a:solidFill>
              <a:srgbClr val="E1F6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15"/>
            <p:cNvSpPr/>
            <p:nvPr/>
          </p:nvSpPr>
          <p:spPr>
            <a:xfrm>
              <a:off x="3696484" y="2222549"/>
              <a:ext cx="92539" cy="80671"/>
            </a:xfrm>
            <a:custGeom>
              <a:avLst/>
              <a:gdLst/>
              <a:ahLst/>
              <a:cxnLst/>
              <a:rect l="l" t="t" r="r" b="b"/>
              <a:pathLst>
                <a:path w="1232" h="1074" extrusionOk="0">
                  <a:moveTo>
                    <a:pt x="0" y="1"/>
                  </a:moveTo>
                  <a:lnTo>
                    <a:pt x="0" y="1074"/>
                  </a:lnTo>
                  <a:lnTo>
                    <a:pt x="1231" y="1"/>
                  </a:lnTo>
                  <a:close/>
                </a:path>
              </a:pathLst>
            </a:custGeom>
            <a:solidFill>
              <a:srgbClr val="E1F6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15"/>
            <p:cNvSpPr/>
            <p:nvPr/>
          </p:nvSpPr>
          <p:spPr>
            <a:xfrm>
              <a:off x="3308374" y="2321397"/>
              <a:ext cx="92539" cy="80671"/>
            </a:xfrm>
            <a:custGeom>
              <a:avLst/>
              <a:gdLst/>
              <a:ahLst/>
              <a:cxnLst/>
              <a:rect l="l" t="t" r="r" b="b"/>
              <a:pathLst>
                <a:path w="1232" h="1074" extrusionOk="0">
                  <a:moveTo>
                    <a:pt x="0" y="0"/>
                  </a:moveTo>
                  <a:lnTo>
                    <a:pt x="0" y="1074"/>
                  </a:lnTo>
                  <a:lnTo>
                    <a:pt x="1231" y="0"/>
                  </a:lnTo>
                  <a:close/>
                </a:path>
              </a:pathLst>
            </a:custGeom>
            <a:solidFill>
              <a:srgbClr val="E1F6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15"/>
            <p:cNvSpPr/>
            <p:nvPr/>
          </p:nvSpPr>
          <p:spPr>
            <a:xfrm>
              <a:off x="3502392" y="2321397"/>
              <a:ext cx="92539" cy="80671"/>
            </a:xfrm>
            <a:custGeom>
              <a:avLst/>
              <a:gdLst/>
              <a:ahLst/>
              <a:cxnLst/>
              <a:rect l="l" t="t" r="r" b="b"/>
              <a:pathLst>
                <a:path w="1232" h="1074" extrusionOk="0">
                  <a:moveTo>
                    <a:pt x="1" y="0"/>
                  </a:moveTo>
                  <a:lnTo>
                    <a:pt x="1" y="1074"/>
                  </a:lnTo>
                  <a:lnTo>
                    <a:pt x="1232" y="0"/>
                  </a:lnTo>
                  <a:close/>
                </a:path>
              </a:pathLst>
            </a:custGeom>
            <a:solidFill>
              <a:srgbClr val="E1F6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15"/>
            <p:cNvSpPr/>
            <p:nvPr/>
          </p:nvSpPr>
          <p:spPr>
            <a:xfrm>
              <a:off x="3696484" y="2321397"/>
              <a:ext cx="92539" cy="80671"/>
            </a:xfrm>
            <a:custGeom>
              <a:avLst/>
              <a:gdLst/>
              <a:ahLst/>
              <a:cxnLst/>
              <a:rect l="l" t="t" r="r" b="b"/>
              <a:pathLst>
                <a:path w="1232" h="1074" extrusionOk="0">
                  <a:moveTo>
                    <a:pt x="0" y="0"/>
                  </a:moveTo>
                  <a:lnTo>
                    <a:pt x="0" y="1074"/>
                  </a:lnTo>
                  <a:lnTo>
                    <a:pt x="1231" y="0"/>
                  </a:lnTo>
                  <a:close/>
                </a:path>
              </a:pathLst>
            </a:custGeom>
            <a:solidFill>
              <a:srgbClr val="E1F6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15"/>
            <p:cNvSpPr/>
            <p:nvPr/>
          </p:nvSpPr>
          <p:spPr>
            <a:xfrm>
              <a:off x="3308374" y="2550339"/>
              <a:ext cx="92539" cy="80521"/>
            </a:xfrm>
            <a:custGeom>
              <a:avLst/>
              <a:gdLst/>
              <a:ahLst/>
              <a:cxnLst/>
              <a:rect l="l" t="t" r="r" b="b"/>
              <a:pathLst>
                <a:path w="1232" h="1072" extrusionOk="0">
                  <a:moveTo>
                    <a:pt x="0" y="1"/>
                  </a:moveTo>
                  <a:lnTo>
                    <a:pt x="0" y="1072"/>
                  </a:lnTo>
                  <a:lnTo>
                    <a:pt x="1231" y="1"/>
                  </a:lnTo>
                  <a:close/>
                </a:path>
              </a:pathLst>
            </a:custGeom>
            <a:solidFill>
              <a:srgbClr val="E1F6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15"/>
            <p:cNvSpPr/>
            <p:nvPr/>
          </p:nvSpPr>
          <p:spPr>
            <a:xfrm>
              <a:off x="3502392" y="2550339"/>
              <a:ext cx="92539" cy="80521"/>
            </a:xfrm>
            <a:custGeom>
              <a:avLst/>
              <a:gdLst/>
              <a:ahLst/>
              <a:cxnLst/>
              <a:rect l="l" t="t" r="r" b="b"/>
              <a:pathLst>
                <a:path w="1232" h="1072" extrusionOk="0">
                  <a:moveTo>
                    <a:pt x="1" y="1"/>
                  </a:moveTo>
                  <a:lnTo>
                    <a:pt x="1" y="1072"/>
                  </a:lnTo>
                  <a:lnTo>
                    <a:pt x="1232" y="1"/>
                  </a:lnTo>
                  <a:close/>
                </a:path>
              </a:pathLst>
            </a:custGeom>
            <a:solidFill>
              <a:srgbClr val="E1F6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15"/>
            <p:cNvSpPr/>
            <p:nvPr/>
          </p:nvSpPr>
          <p:spPr>
            <a:xfrm>
              <a:off x="3696484" y="2550339"/>
              <a:ext cx="92539" cy="80521"/>
            </a:xfrm>
            <a:custGeom>
              <a:avLst/>
              <a:gdLst/>
              <a:ahLst/>
              <a:cxnLst/>
              <a:rect l="l" t="t" r="r" b="b"/>
              <a:pathLst>
                <a:path w="1232" h="1072" extrusionOk="0">
                  <a:moveTo>
                    <a:pt x="0" y="1"/>
                  </a:moveTo>
                  <a:lnTo>
                    <a:pt x="0" y="1072"/>
                  </a:lnTo>
                  <a:lnTo>
                    <a:pt x="1231" y="1"/>
                  </a:lnTo>
                  <a:close/>
                </a:path>
              </a:pathLst>
            </a:custGeom>
            <a:solidFill>
              <a:srgbClr val="E1F6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15"/>
            <p:cNvSpPr/>
            <p:nvPr/>
          </p:nvSpPr>
          <p:spPr>
            <a:xfrm>
              <a:off x="3308374" y="2649186"/>
              <a:ext cx="92539" cy="80596"/>
            </a:xfrm>
            <a:custGeom>
              <a:avLst/>
              <a:gdLst/>
              <a:ahLst/>
              <a:cxnLst/>
              <a:rect l="l" t="t" r="r" b="b"/>
              <a:pathLst>
                <a:path w="1232" h="1073" extrusionOk="0">
                  <a:moveTo>
                    <a:pt x="0" y="0"/>
                  </a:moveTo>
                  <a:lnTo>
                    <a:pt x="0" y="1073"/>
                  </a:lnTo>
                  <a:lnTo>
                    <a:pt x="1231" y="0"/>
                  </a:lnTo>
                  <a:close/>
                </a:path>
              </a:pathLst>
            </a:custGeom>
            <a:solidFill>
              <a:srgbClr val="E1F6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15"/>
            <p:cNvSpPr/>
            <p:nvPr/>
          </p:nvSpPr>
          <p:spPr>
            <a:xfrm>
              <a:off x="3502392" y="2649186"/>
              <a:ext cx="92539" cy="80596"/>
            </a:xfrm>
            <a:custGeom>
              <a:avLst/>
              <a:gdLst/>
              <a:ahLst/>
              <a:cxnLst/>
              <a:rect l="l" t="t" r="r" b="b"/>
              <a:pathLst>
                <a:path w="1232" h="1073" extrusionOk="0">
                  <a:moveTo>
                    <a:pt x="1" y="0"/>
                  </a:moveTo>
                  <a:lnTo>
                    <a:pt x="1" y="1073"/>
                  </a:lnTo>
                  <a:lnTo>
                    <a:pt x="1232" y="0"/>
                  </a:lnTo>
                  <a:close/>
                </a:path>
              </a:pathLst>
            </a:custGeom>
            <a:solidFill>
              <a:srgbClr val="E1F6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15"/>
            <p:cNvSpPr/>
            <p:nvPr/>
          </p:nvSpPr>
          <p:spPr>
            <a:xfrm>
              <a:off x="3696484" y="2649186"/>
              <a:ext cx="92539" cy="80596"/>
            </a:xfrm>
            <a:custGeom>
              <a:avLst/>
              <a:gdLst/>
              <a:ahLst/>
              <a:cxnLst/>
              <a:rect l="l" t="t" r="r" b="b"/>
              <a:pathLst>
                <a:path w="1232" h="1073" extrusionOk="0">
                  <a:moveTo>
                    <a:pt x="0" y="0"/>
                  </a:moveTo>
                  <a:lnTo>
                    <a:pt x="0" y="1073"/>
                  </a:lnTo>
                  <a:lnTo>
                    <a:pt x="1231" y="0"/>
                  </a:lnTo>
                  <a:close/>
                </a:path>
              </a:pathLst>
            </a:custGeom>
            <a:solidFill>
              <a:srgbClr val="E1F6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15"/>
            <p:cNvSpPr/>
            <p:nvPr/>
          </p:nvSpPr>
          <p:spPr>
            <a:xfrm>
              <a:off x="3308374" y="2877828"/>
              <a:ext cx="92539" cy="80596"/>
            </a:xfrm>
            <a:custGeom>
              <a:avLst/>
              <a:gdLst/>
              <a:ahLst/>
              <a:cxnLst/>
              <a:rect l="l" t="t" r="r" b="b"/>
              <a:pathLst>
                <a:path w="1232" h="1073" extrusionOk="0">
                  <a:moveTo>
                    <a:pt x="0" y="0"/>
                  </a:moveTo>
                  <a:lnTo>
                    <a:pt x="0" y="1073"/>
                  </a:lnTo>
                  <a:lnTo>
                    <a:pt x="1231" y="0"/>
                  </a:lnTo>
                  <a:close/>
                </a:path>
              </a:pathLst>
            </a:custGeom>
            <a:solidFill>
              <a:srgbClr val="E1F6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15"/>
            <p:cNvSpPr/>
            <p:nvPr/>
          </p:nvSpPr>
          <p:spPr>
            <a:xfrm>
              <a:off x="3502392" y="2877828"/>
              <a:ext cx="92539" cy="80596"/>
            </a:xfrm>
            <a:custGeom>
              <a:avLst/>
              <a:gdLst/>
              <a:ahLst/>
              <a:cxnLst/>
              <a:rect l="l" t="t" r="r" b="b"/>
              <a:pathLst>
                <a:path w="1232" h="1073" extrusionOk="0">
                  <a:moveTo>
                    <a:pt x="1" y="0"/>
                  </a:moveTo>
                  <a:lnTo>
                    <a:pt x="1" y="1073"/>
                  </a:lnTo>
                  <a:lnTo>
                    <a:pt x="1232" y="0"/>
                  </a:lnTo>
                  <a:close/>
                </a:path>
              </a:pathLst>
            </a:custGeom>
            <a:solidFill>
              <a:srgbClr val="E1F6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15"/>
            <p:cNvSpPr/>
            <p:nvPr/>
          </p:nvSpPr>
          <p:spPr>
            <a:xfrm>
              <a:off x="3696484" y="2877828"/>
              <a:ext cx="92539" cy="80596"/>
            </a:xfrm>
            <a:custGeom>
              <a:avLst/>
              <a:gdLst/>
              <a:ahLst/>
              <a:cxnLst/>
              <a:rect l="l" t="t" r="r" b="b"/>
              <a:pathLst>
                <a:path w="1232" h="1073" extrusionOk="0">
                  <a:moveTo>
                    <a:pt x="0" y="0"/>
                  </a:moveTo>
                  <a:lnTo>
                    <a:pt x="0" y="1073"/>
                  </a:lnTo>
                  <a:lnTo>
                    <a:pt x="1231" y="0"/>
                  </a:lnTo>
                  <a:close/>
                </a:path>
              </a:pathLst>
            </a:custGeom>
            <a:solidFill>
              <a:srgbClr val="E1F6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15"/>
            <p:cNvSpPr/>
            <p:nvPr/>
          </p:nvSpPr>
          <p:spPr>
            <a:xfrm>
              <a:off x="3308374" y="2976675"/>
              <a:ext cx="92539" cy="80596"/>
            </a:xfrm>
            <a:custGeom>
              <a:avLst/>
              <a:gdLst/>
              <a:ahLst/>
              <a:cxnLst/>
              <a:rect l="l" t="t" r="r" b="b"/>
              <a:pathLst>
                <a:path w="1232" h="1073" extrusionOk="0">
                  <a:moveTo>
                    <a:pt x="0" y="0"/>
                  </a:moveTo>
                  <a:lnTo>
                    <a:pt x="0" y="1072"/>
                  </a:lnTo>
                  <a:lnTo>
                    <a:pt x="1231" y="0"/>
                  </a:lnTo>
                  <a:close/>
                </a:path>
              </a:pathLst>
            </a:custGeom>
            <a:solidFill>
              <a:srgbClr val="E1F6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15"/>
            <p:cNvSpPr/>
            <p:nvPr/>
          </p:nvSpPr>
          <p:spPr>
            <a:xfrm>
              <a:off x="3502392" y="2976675"/>
              <a:ext cx="92539" cy="80596"/>
            </a:xfrm>
            <a:custGeom>
              <a:avLst/>
              <a:gdLst/>
              <a:ahLst/>
              <a:cxnLst/>
              <a:rect l="l" t="t" r="r" b="b"/>
              <a:pathLst>
                <a:path w="1232" h="1073" extrusionOk="0">
                  <a:moveTo>
                    <a:pt x="1" y="0"/>
                  </a:moveTo>
                  <a:lnTo>
                    <a:pt x="1" y="1072"/>
                  </a:lnTo>
                  <a:lnTo>
                    <a:pt x="1232" y="0"/>
                  </a:lnTo>
                  <a:close/>
                </a:path>
              </a:pathLst>
            </a:custGeom>
            <a:solidFill>
              <a:srgbClr val="E1F6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15"/>
            <p:cNvSpPr/>
            <p:nvPr/>
          </p:nvSpPr>
          <p:spPr>
            <a:xfrm>
              <a:off x="3696484" y="2976675"/>
              <a:ext cx="92539" cy="80596"/>
            </a:xfrm>
            <a:custGeom>
              <a:avLst/>
              <a:gdLst/>
              <a:ahLst/>
              <a:cxnLst/>
              <a:rect l="l" t="t" r="r" b="b"/>
              <a:pathLst>
                <a:path w="1232" h="1073" extrusionOk="0">
                  <a:moveTo>
                    <a:pt x="0" y="0"/>
                  </a:moveTo>
                  <a:lnTo>
                    <a:pt x="0" y="1072"/>
                  </a:lnTo>
                  <a:lnTo>
                    <a:pt x="1231" y="0"/>
                  </a:lnTo>
                  <a:close/>
                </a:path>
              </a:pathLst>
            </a:custGeom>
            <a:solidFill>
              <a:srgbClr val="E1F6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15"/>
            <p:cNvSpPr/>
            <p:nvPr/>
          </p:nvSpPr>
          <p:spPr>
            <a:xfrm>
              <a:off x="1319754" y="2011184"/>
              <a:ext cx="734300" cy="100350"/>
            </a:xfrm>
            <a:custGeom>
              <a:avLst/>
              <a:gdLst/>
              <a:ahLst/>
              <a:cxnLst/>
              <a:rect l="l" t="t" r="r" b="b"/>
              <a:pathLst>
                <a:path w="9776" h="1336" extrusionOk="0">
                  <a:moveTo>
                    <a:pt x="0" y="1"/>
                  </a:moveTo>
                  <a:lnTo>
                    <a:pt x="0" y="1335"/>
                  </a:lnTo>
                  <a:lnTo>
                    <a:pt x="9776" y="1335"/>
                  </a:lnTo>
                  <a:lnTo>
                    <a:pt x="977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15"/>
            <p:cNvSpPr/>
            <p:nvPr/>
          </p:nvSpPr>
          <p:spPr>
            <a:xfrm>
              <a:off x="1398248" y="2111383"/>
              <a:ext cx="655807" cy="1226963"/>
            </a:xfrm>
            <a:custGeom>
              <a:avLst/>
              <a:gdLst/>
              <a:ahLst/>
              <a:cxnLst/>
              <a:rect l="l" t="t" r="r" b="b"/>
              <a:pathLst>
                <a:path w="8731" h="16335" extrusionOk="0">
                  <a:moveTo>
                    <a:pt x="1" y="0"/>
                  </a:moveTo>
                  <a:lnTo>
                    <a:pt x="1" y="16334"/>
                  </a:lnTo>
                  <a:lnTo>
                    <a:pt x="8731" y="16334"/>
                  </a:lnTo>
                  <a:lnTo>
                    <a:pt x="873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15"/>
            <p:cNvSpPr/>
            <p:nvPr/>
          </p:nvSpPr>
          <p:spPr>
            <a:xfrm>
              <a:off x="1468478" y="2201593"/>
              <a:ext cx="127316" cy="221582"/>
            </a:xfrm>
            <a:custGeom>
              <a:avLst/>
              <a:gdLst/>
              <a:ahLst/>
              <a:cxnLst/>
              <a:rect l="l" t="t" r="r" b="b"/>
              <a:pathLst>
                <a:path w="1695" h="2950" extrusionOk="0">
                  <a:moveTo>
                    <a:pt x="0" y="0"/>
                  </a:moveTo>
                  <a:lnTo>
                    <a:pt x="0" y="2949"/>
                  </a:lnTo>
                  <a:lnTo>
                    <a:pt x="1694" y="2949"/>
                  </a:lnTo>
                  <a:lnTo>
                    <a:pt x="169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15"/>
            <p:cNvSpPr/>
            <p:nvPr/>
          </p:nvSpPr>
          <p:spPr>
            <a:xfrm>
              <a:off x="1485830" y="2222549"/>
              <a:ext cx="92539" cy="179369"/>
            </a:xfrm>
            <a:custGeom>
              <a:avLst/>
              <a:gdLst/>
              <a:ahLst/>
              <a:cxnLst/>
              <a:rect l="l" t="t" r="r" b="b"/>
              <a:pathLst>
                <a:path w="1232" h="2388" extrusionOk="0">
                  <a:moveTo>
                    <a:pt x="0" y="1"/>
                  </a:moveTo>
                  <a:lnTo>
                    <a:pt x="0" y="2388"/>
                  </a:lnTo>
                  <a:lnTo>
                    <a:pt x="1231" y="2388"/>
                  </a:lnTo>
                  <a:lnTo>
                    <a:pt x="123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15"/>
            <p:cNvSpPr/>
            <p:nvPr/>
          </p:nvSpPr>
          <p:spPr>
            <a:xfrm>
              <a:off x="1476516" y="2303070"/>
              <a:ext cx="111091" cy="18403"/>
            </a:xfrm>
            <a:custGeom>
              <a:avLst/>
              <a:gdLst/>
              <a:ahLst/>
              <a:cxnLst/>
              <a:rect l="l" t="t" r="r" b="b"/>
              <a:pathLst>
                <a:path w="1479" h="245" extrusionOk="0">
                  <a:moveTo>
                    <a:pt x="0" y="1"/>
                  </a:moveTo>
                  <a:lnTo>
                    <a:pt x="0" y="244"/>
                  </a:lnTo>
                  <a:lnTo>
                    <a:pt x="1479" y="244"/>
                  </a:lnTo>
                  <a:lnTo>
                    <a:pt x="147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15"/>
            <p:cNvSpPr/>
            <p:nvPr/>
          </p:nvSpPr>
          <p:spPr>
            <a:xfrm>
              <a:off x="1662496" y="2201593"/>
              <a:ext cx="127391" cy="221582"/>
            </a:xfrm>
            <a:custGeom>
              <a:avLst/>
              <a:gdLst/>
              <a:ahLst/>
              <a:cxnLst/>
              <a:rect l="l" t="t" r="r" b="b"/>
              <a:pathLst>
                <a:path w="1696" h="2950" extrusionOk="0">
                  <a:moveTo>
                    <a:pt x="1" y="0"/>
                  </a:moveTo>
                  <a:lnTo>
                    <a:pt x="1" y="2949"/>
                  </a:lnTo>
                  <a:lnTo>
                    <a:pt x="1695" y="2949"/>
                  </a:lnTo>
                  <a:lnTo>
                    <a:pt x="169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15"/>
            <p:cNvSpPr/>
            <p:nvPr/>
          </p:nvSpPr>
          <p:spPr>
            <a:xfrm>
              <a:off x="1679847" y="2222549"/>
              <a:ext cx="92539" cy="179369"/>
            </a:xfrm>
            <a:custGeom>
              <a:avLst/>
              <a:gdLst/>
              <a:ahLst/>
              <a:cxnLst/>
              <a:rect l="l" t="t" r="r" b="b"/>
              <a:pathLst>
                <a:path w="1232" h="2388" extrusionOk="0">
                  <a:moveTo>
                    <a:pt x="1" y="1"/>
                  </a:moveTo>
                  <a:lnTo>
                    <a:pt x="1" y="2388"/>
                  </a:lnTo>
                  <a:lnTo>
                    <a:pt x="1232" y="2388"/>
                  </a:lnTo>
                  <a:lnTo>
                    <a:pt x="123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65;p15"/>
            <p:cNvSpPr/>
            <p:nvPr/>
          </p:nvSpPr>
          <p:spPr>
            <a:xfrm>
              <a:off x="1670608" y="2303070"/>
              <a:ext cx="111091" cy="18403"/>
            </a:xfrm>
            <a:custGeom>
              <a:avLst/>
              <a:gdLst/>
              <a:ahLst/>
              <a:cxnLst/>
              <a:rect l="l" t="t" r="r" b="b"/>
              <a:pathLst>
                <a:path w="1479" h="245" extrusionOk="0">
                  <a:moveTo>
                    <a:pt x="0" y="1"/>
                  </a:moveTo>
                  <a:lnTo>
                    <a:pt x="0" y="244"/>
                  </a:lnTo>
                  <a:lnTo>
                    <a:pt x="1479" y="244"/>
                  </a:lnTo>
                  <a:lnTo>
                    <a:pt x="147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15"/>
            <p:cNvSpPr/>
            <p:nvPr/>
          </p:nvSpPr>
          <p:spPr>
            <a:xfrm>
              <a:off x="1856588" y="2201593"/>
              <a:ext cx="127316" cy="221582"/>
            </a:xfrm>
            <a:custGeom>
              <a:avLst/>
              <a:gdLst/>
              <a:ahLst/>
              <a:cxnLst/>
              <a:rect l="l" t="t" r="r" b="b"/>
              <a:pathLst>
                <a:path w="1695" h="2950" extrusionOk="0">
                  <a:moveTo>
                    <a:pt x="0" y="0"/>
                  </a:moveTo>
                  <a:lnTo>
                    <a:pt x="0" y="2949"/>
                  </a:lnTo>
                  <a:lnTo>
                    <a:pt x="1695" y="2949"/>
                  </a:lnTo>
                  <a:lnTo>
                    <a:pt x="169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15"/>
            <p:cNvSpPr/>
            <p:nvPr/>
          </p:nvSpPr>
          <p:spPr>
            <a:xfrm>
              <a:off x="1874089" y="2222549"/>
              <a:ext cx="92463" cy="179369"/>
            </a:xfrm>
            <a:custGeom>
              <a:avLst/>
              <a:gdLst/>
              <a:ahLst/>
              <a:cxnLst/>
              <a:rect l="l" t="t" r="r" b="b"/>
              <a:pathLst>
                <a:path w="1231" h="2388" extrusionOk="0">
                  <a:moveTo>
                    <a:pt x="0" y="1"/>
                  </a:moveTo>
                  <a:lnTo>
                    <a:pt x="0" y="2388"/>
                  </a:lnTo>
                  <a:lnTo>
                    <a:pt x="1230" y="2388"/>
                  </a:lnTo>
                  <a:lnTo>
                    <a:pt x="123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15"/>
            <p:cNvSpPr/>
            <p:nvPr/>
          </p:nvSpPr>
          <p:spPr>
            <a:xfrm>
              <a:off x="1864700" y="2303070"/>
              <a:ext cx="111167" cy="18403"/>
            </a:xfrm>
            <a:custGeom>
              <a:avLst/>
              <a:gdLst/>
              <a:ahLst/>
              <a:cxnLst/>
              <a:rect l="l" t="t" r="r" b="b"/>
              <a:pathLst>
                <a:path w="1480" h="245" extrusionOk="0">
                  <a:moveTo>
                    <a:pt x="1" y="1"/>
                  </a:moveTo>
                  <a:lnTo>
                    <a:pt x="1" y="244"/>
                  </a:lnTo>
                  <a:lnTo>
                    <a:pt x="1479" y="244"/>
                  </a:lnTo>
                  <a:lnTo>
                    <a:pt x="147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15"/>
            <p:cNvSpPr/>
            <p:nvPr/>
          </p:nvSpPr>
          <p:spPr>
            <a:xfrm>
              <a:off x="1468478" y="2529157"/>
              <a:ext cx="127316" cy="221432"/>
            </a:xfrm>
            <a:custGeom>
              <a:avLst/>
              <a:gdLst/>
              <a:ahLst/>
              <a:cxnLst/>
              <a:rect l="l" t="t" r="r" b="b"/>
              <a:pathLst>
                <a:path w="1695" h="2948" extrusionOk="0">
                  <a:moveTo>
                    <a:pt x="0" y="0"/>
                  </a:moveTo>
                  <a:lnTo>
                    <a:pt x="0" y="2948"/>
                  </a:lnTo>
                  <a:lnTo>
                    <a:pt x="1694" y="2948"/>
                  </a:lnTo>
                  <a:lnTo>
                    <a:pt x="169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15"/>
            <p:cNvSpPr/>
            <p:nvPr/>
          </p:nvSpPr>
          <p:spPr>
            <a:xfrm>
              <a:off x="1485830" y="2550038"/>
              <a:ext cx="92539" cy="179444"/>
            </a:xfrm>
            <a:custGeom>
              <a:avLst/>
              <a:gdLst/>
              <a:ahLst/>
              <a:cxnLst/>
              <a:rect l="l" t="t" r="r" b="b"/>
              <a:pathLst>
                <a:path w="1232" h="2389" extrusionOk="0">
                  <a:moveTo>
                    <a:pt x="0" y="0"/>
                  </a:moveTo>
                  <a:lnTo>
                    <a:pt x="0" y="2389"/>
                  </a:lnTo>
                  <a:lnTo>
                    <a:pt x="1231" y="2389"/>
                  </a:lnTo>
                  <a:lnTo>
                    <a:pt x="123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71;p15"/>
            <p:cNvSpPr/>
            <p:nvPr/>
          </p:nvSpPr>
          <p:spPr>
            <a:xfrm>
              <a:off x="1476516" y="2630634"/>
              <a:ext cx="111091" cy="18327"/>
            </a:xfrm>
            <a:custGeom>
              <a:avLst/>
              <a:gdLst/>
              <a:ahLst/>
              <a:cxnLst/>
              <a:rect l="l" t="t" r="r" b="b"/>
              <a:pathLst>
                <a:path w="1479" h="244" extrusionOk="0">
                  <a:moveTo>
                    <a:pt x="0" y="1"/>
                  </a:moveTo>
                  <a:lnTo>
                    <a:pt x="0" y="243"/>
                  </a:lnTo>
                  <a:lnTo>
                    <a:pt x="1479" y="243"/>
                  </a:lnTo>
                  <a:lnTo>
                    <a:pt x="147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15"/>
            <p:cNvSpPr/>
            <p:nvPr/>
          </p:nvSpPr>
          <p:spPr>
            <a:xfrm>
              <a:off x="1662496" y="2529157"/>
              <a:ext cx="127391" cy="221432"/>
            </a:xfrm>
            <a:custGeom>
              <a:avLst/>
              <a:gdLst/>
              <a:ahLst/>
              <a:cxnLst/>
              <a:rect l="l" t="t" r="r" b="b"/>
              <a:pathLst>
                <a:path w="1696" h="2948" extrusionOk="0">
                  <a:moveTo>
                    <a:pt x="1" y="0"/>
                  </a:moveTo>
                  <a:lnTo>
                    <a:pt x="1" y="2948"/>
                  </a:lnTo>
                  <a:lnTo>
                    <a:pt x="1695" y="2948"/>
                  </a:lnTo>
                  <a:lnTo>
                    <a:pt x="169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15"/>
            <p:cNvSpPr/>
            <p:nvPr/>
          </p:nvSpPr>
          <p:spPr>
            <a:xfrm>
              <a:off x="1679847" y="2550038"/>
              <a:ext cx="92539" cy="179444"/>
            </a:xfrm>
            <a:custGeom>
              <a:avLst/>
              <a:gdLst/>
              <a:ahLst/>
              <a:cxnLst/>
              <a:rect l="l" t="t" r="r" b="b"/>
              <a:pathLst>
                <a:path w="1232" h="2389" extrusionOk="0">
                  <a:moveTo>
                    <a:pt x="1" y="0"/>
                  </a:moveTo>
                  <a:lnTo>
                    <a:pt x="1" y="2389"/>
                  </a:lnTo>
                  <a:lnTo>
                    <a:pt x="1232" y="2389"/>
                  </a:lnTo>
                  <a:lnTo>
                    <a:pt x="12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15"/>
            <p:cNvSpPr/>
            <p:nvPr/>
          </p:nvSpPr>
          <p:spPr>
            <a:xfrm>
              <a:off x="1670608" y="2630634"/>
              <a:ext cx="111091" cy="18327"/>
            </a:xfrm>
            <a:custGeom>
              <a:avLst/>
              <a:gdLst/>
              <a:ahLst/>
              <a:cxnLst/>
              <a:rect l="l" t="t" r="r" b="b"/>
              <a:pathLst>
                <a:path w="1479" h="244" extrusionOk="0">
                  <a:moveTo>
                    <a:pt x="0" y="1"/>
                  </a:moveTo>
                  <a:lnTo>
                    <a:pt x="0" y="243"/>
                  </a:lnTo>
                  <a:lnTo>
                    <a:pt x="1479" y="243"/>
                  </a:lnTo>
                  <a:lnTo>
                    <a:pt x="147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15"/>
            <p:cNvSpPr/>
            <p:nvPr/>
          </p:nvSpPr>
          <p:spPr>
            <a:xfrm>
              <a:off x="1856588" y="2529157"/>
              <a:ext cx="127316" cy="221432"/>
            </a:xfrm>
            <a:custGeom>
              <a:avLst/>
              <a:gdLst/>
              <a:ahLst/>
              <a:cxnLst/>
              <a:rect l="l" t="t" r="r" b="b"/>
              <a:pathLst>
                <a:path w="1695" h="2948" extrusionOk="0">
                  <a:moveTo>
                    <a:pt x="0" y="0"/>
                  </a:moveTo>
                  <a:lnTo>
                    <a:pt x="0" y="2948"/>
                  </a:lnTo>
                  <a:lnTo>
                    <a:pt x="1695" y="2948"/>
                  </a:lnTo>
                  <a:lnTo>
                    <a:pt x="169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15"/>
            <p:cNvSpPr/>
            <p:nvPr/>
          </p:nvSpPr>
          <p:spPr>
            <a:xfrm>
              <a:off x="1874089" y="2550038"/>
              <a:ext cx="92463" cy="179444"/>
            </a:xfrm>
            <a:custGeom>
              <a:avLst/>
              <a:gdLst/>
              <a:ahLst/>
              <a:cxnLst/>
              <a:rect l="l" t="t" r="r" b="b"/>
              <a:pathLst>
                <a:path w="1231" h="2389" extrusionOk="0">
                  <a:moveTo>
                    <a:pt x="0" y="0"/>
                  </a:moveTo>
                  <a:lnTo>
                    <a:pt x="0" y="2389"/>
                  </a:lnTo>
                  <a:lnTo>
                    <a:pt x="1230" y="2389"/>
                  </a:lnTo>
                  <a:lnTo>
                    <a:pt x="123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15"/>
            <p:cNvSpPr/>
            <p:nvPr/>
          </p:nvSpPr>
          <p:spPr>
            <a:xfrm>
              <a:off x="1864700" y="2630634"/>
              <a:ext cx="111167" cy="18327"/>
            </a:xfrm>
            <a:custGeom>
              <a:avLst/>
              <a:gdLst/>
              <a:ahLst/>
              <a:cxnLst/>
              <a:rect l="l" t="t" r="r" b="b"/>
              <a:pathLst>
                <a:path w="1480" h="244" extrusionOk="0">
                  <a:moveTo>
                    <a:pt x="1" y="1"/>
                  </a:moveTo>
                  <a:lnTo>
                    <a:pt x="1" y="243"/>
                  </a:lnTo>
                  <a:lnTo>
                    <a:pt x="1479" y="243"/>
                  </a:lnTo>
                  <a:lnTo>
                    <a:pt x="147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78;p15"/>
            <p:cNvSpPr/>
            <p:nvPr/>
          </p:nvSpPr>
          <p:spPr>
            <a:xfrm>
              <a:off x="1468478" y="2856421"/>
              <a:ext cx="127316" cy="221582"/>
            </a:xfrm>
            <a:custGeom>
              <a:avLst/>
              <a:gdLst/>
              <a:ahLst/>
              <a:cxnLst/>
              <a:rect l="l" t="t" r="r" b="b"/>
              <a:pathLst>
                <a:path w="1695" h="2950" extrusionOk="0">
                  <a:moveTo>
                    <a:pt x="0" y="1"/>
                  </a:moveTo>
                  <a:lnTo>
                    <a:pt x="0" y="2950"/>
                  </a:lnTo>
                  <a:lnTo>
                    <a:pt x="1694" y="2950"/>
                  </a:lnTo>
                  <a:lnTo>
                    <a:pt x="169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79;p15"/>
            <p:cNvSpPr/>
            <p:nvPr/>
          </p:nvSpPr>
          <p:spPr>
            <a:xfrm>
              <a:off x="1485830" y="2877527"/>
              <a:ext cx="92539" cy="179444"/>
            </a:xfrm>
            <a:custGeom>
              <a:avLst/>
              <a:gdLst/>
              <a:ahLst/>
              <a:cxnLst/>
              <a:rect l="l" t="t" r="r" b="b"/>
              <a:pathLst>
                <a:path w="1232" h="2389" extrusionOk="0">
                  <a:moveTo>
                    <a:pt x="0" y="0"/>
                  </a:moveTo>
                  <a:lnTo>
                    <a:pt x="0" y="2388"/>
                  </a:lnTo>
                  <a:lnTo>
                    <a:pt x="1231" y="2388"/>
                  </a:lnTo>
                  <a:lnTo>
                    <a:pt x="123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80;p15"/>
            <p:cNvSpPr/>
            <p:nvPr/>
          </p:nvSpPr>
          <p:spPr>
            <a:xfrm>
              <a:off x="1476516" y="2958047"/>
              <a:ext cx="111091" cy="18327"/>
            </a:xfrm>
            <a:custGeom>
              <a:avLst/>
              <a:gdLst/>
              <a:ahLst/>
              <a:cxnLst/>
              <a:rect l="l" t="t" r="r" b="b"/>
              <a:pathLst>
                <a:path w="1479" h="244" extrusionOk="0">
                  <a:moveTo>
                    <a:pt x="0" y="1"/>
                  </a:moveTo>
                  <a:lnTo>
                    <a:pt x="0" y="243"/>
                  </a:lnTo>
                  <a:lnTo>
                    <a:pt x="1479" y="243"/>
                  </a:lnTo>
                  <a:lnTo>
                    <a:pt x="1479" y="1"/>
                  </a:lnTo>
                  <a:close/>
                </a:path>
              </a:pathLst>
            </a:custGeom>
            <a:solidFill>
              <a:srgbClr val="3289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15"/>
            <p:cNvSpPr/>
            <p:nvPr/>
          </p:nvSpPr>
          <p:spPr>
            <a:xfrm>
              <a:off x="1662496" y="2856421"/>
              <a:ext cx="127391" cy="221582"/>
            </a:xfrm>
            <a:custGeom>
              <a:avLst/>
              <a:gdLst/>
              <a:ahLst/>
              <a:cxnLst/>
              <a:rect l="l" t="t" r="r" b="b"/>
              <a:pathLst>
                <a:path w="1696" h="2950" extrusionOk="0">
                  <a:moveTo>
                    <a:pt x="1" y="1"/>
                  </a:moveTo>
                  <a:lnTo>
                    <a:pt x="1" y="2950"/>
                  </a:lnTo>
                  <a:lnTo>
                    <a:pt x="1695" y="2950"/>
                  </a:lnTo>
                  <a:lnTo>
                    <a:pt x="169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15"/>
            <p:cNvSpPr/>
            <p:nvPr/>
          </p:nvSpPr>
          <p:spPr>
            <a:xfrm>
              <a:off x="1679847" y="2877527"/>
              <a:ext cx="92539" cy="179444"/>
            </a:xfrm>
            <a:custGeom>
              <a:avLst/>
              <a:gdLst/>
              <a:ahLst/>
              <a:cxnLst/>
              <a:rect l="l" t="t" r="r" b="b"/>
              <a:pathLst>
                <a:path w="1232" h="2389" extrusionOk="0">
                  <a:moveTo>
                    <a:pt x="1" y="0"/>
                  </a:moveTo>
                  <a:lnTo>
                    <a:pt x="1" y="2388"/>
                  </a:lnTo>
                  <a:lnTo>
                    <a:pt x="1232" y="2388"/>
                  </a:lnTo>
                  <a:lnTo>
                    <a:pt x="12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15"/>
            <p:cNvSpPr/>
            <p:nvPr/>
          </p:nvSpPr>
          <p:spPr>
            <a:xfrm>
              <a:off x="1670608" y="2958047"/>
              <a:ext cx="111091" cy="18327"/>
            </a:xfrm>
            <a:custGeom>
              <a:avLst/>
              <a:gdLst/>
              <a:ahLst/>
              <a:cxnLst/>
              <a:rect l="l" t="t" r="r" b="b"/>
              <a:pathLst>
                <a:path w="1479" h="244" extrusionOk="0">
                  <a:moveTo>
                    <a:pt x="0" y="1"/>
                  </a:moveTo>
                  <a:lnTo>
                    <a:pt x="0" y="243"/>
                  </a:lnTo>
                  <a:lnTo>
                    <a:pt x="1479" y="243"/>
                  </a:lnTo>
                  <a:lnTo>
                    <a:pt x="1479" y="1"/>
                  </a:lnTo>
                  <a:close/>
                </a:path>
              </a:pathLst>
            </a:custGeom>
            <a:solidFill>
              <a:srgbClr val="3289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15"/>
            <p:cNvSpPr/>
            <p:nvPr/>
          </p:nvSpPr>
          <p:spPr>
            <a:xfrm>
              <a:off x="1856588" y="2856421"/>
              <a:ext cx="127316" cy="221582"/>
            </a:xfrm>
            <a:custGeom>
              <a:avLst/>
              <a:gdLst/>
              <a:ahLst/>
              <a:cxnLst/>
              <a:rect l="l" t="t" r="r" b="b"/>
              <a:pathLst>
                <a:path w="1695" h="2950" extrusionOk="0">
                  <a:moveTo>
                    <a:pt x="0" y="1"/>
                  </a:moveTo>
                  <a:lnTo>
                    <a:pt x="0" y="2950"/>
                  </a:lnTo>
                  <a:lnTo>
                    <a:pt x="1695" y="2950"/>
                  </a:lnTo>
                  <a:lnTo>
                    <a:pt x="169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15"/>
            <p:cNvSpPr/>
            <p:nvPr/>
          </p:nvSpPr>
          <p:spPr>
            <a:xfrm>
              <a:off x="1874089" y="2877527"/>
              <a:ext cx="92463" cy="179444"/>
            </a:xfrm>
            <a:custGeom>
              <a:avLst/>
              <a:gdLst/>
              <a:ahLst/>
              <a:cxnLst/>
              <a:rect l="l" t="t" r="r" b="b"/>
              <a:pathLst>
                <a:path w="1231" h="2389" extrusionOk="0">
                  <a:moveTo>
                    <a:pt x="0" y="0"/>
                  </a:moveTo>
                  <a:lnTo>
                    <a:pt x="0" y="2388"/>
                  </a:lnTo>
                  <a:lnTo>
                    <a:pt x="1230" y="2388"/>
                  </a:lnTo>
                  <a:lnTo>
                    <a:pt x="123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86;p15"/>
            <p:cNvSpPr/>
            <p:nvPr/>
          </p:nvSpPr>
          <p:spPr>
            <a:xfrm>
              <a:off x="1864700" y="2958047"/>
              <a:ext cx="111167" cy="18327"/>
            </a:xfrm>
            <a:custGeom>
              <a:avLst/>
              <a:gdLst/>
              <a:ahLst/>
              <a:cxnLst/>
              <a:rect l="l" t="t" r="r" b="b"/>
              <a:pathLst>
                <a:path w="1480" h="244" extrusionOk="0">
                  <a:moveTo>
                    <a:pt x="1" y="1"/>
                  </a:moveTo>
                  <a:lnTo>
                    <a:pt x="1" y="243"/>
                  </a:lnTo>
                  <a:lnTo>
                    <a:pt x="1479" y="243"/>
                  </a:lnTo>
                  <a:lnTo>
                    <a:pt x="1479" y="1"/>
                  </a:lnTo>
                  <a:close/>
                </a:path>
              </a:pathLst>
            </a:custGeom>
            <a:solidFill>
              <a:srgbClr val="3289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15"/>
            <p:cNvSpPr/>
            <p:nvPr/>
          </p:nvSpPr>
          <p:spPr>
            <a:xfrm>
              <a:off x="1398248" y="3189543"/>
              <a:ext cx="655807" cy="148948"/>
            </a:xfrm>
            <a:custGeom>
              <a:avLst/>
              <a:gdLst/>
              <a:ahLst/>
              <a:cxnLst/>
              <a:rect l="l" t="t" r="r" b="b"/>
              <a:pathLst>
                <a:path w="8731" h="1983" extrusionOk="0">
                  <a:moveTo>
                    <a:pt x="1" y="0"/>
                  </a:moveTo>
                  <a:lnTo>
                    <a:pt x="1" y="1982"/>
                  </a:lnTo>
                  <a:lnTo>
                    <a:pt x="8731" y="1982"/>
                  </a:lnTo>
                  <a:lnTo>
                    <a:pt x="87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15"/>
            <p:cNvSpPr/>
            <p:nvPr/>
          </p:nvSpPr>
          <p:spPr>
            <a:xfrm>
              <a:off x="1354457" y="2111383"/>
              <a:ext cx="699598" cy="40185"/>
            </a:xfrm>
            <a:custGeom>
              <a:avLst/>
              <a:gdLst/>
              <a:ahLst/>
              <a:cxnLst/>
              <a:rect l="l" t="t" r="r" b="b"/>
              <a:pathLst>
                <a:path w="9314" h="535" extrusionOk="0">
                  <a:moveTo>
                    <a:pt x="1" y="0"/>
                  </a:moveTo>
                  <a:lnTo>
                    <a:pt x="1" y="534"/>
                  </a:lnTo>
                  <a:lnTo>
                    <a:pt x="9314" y="534"/>
                  </a:lnTo>
                  <a:lnTo>
                    <a:pt x="931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15"/>
            <p:cNvSpPr/>
            <p:nvPr/>
          </p:nvSpPr>
          <p:spPr>
            <a:xfrm>
              <a:off x="1485830" y="2222549"/>
              <a:ext cx="92539" cy="80671"/>
            </a:xfrm>
            <a:custGeom>
              <a:avLst/>
              <a:gdLst/>
              <a:ahLst/>
              <a:cxnLst/>
              <a:rect l="l" t="t" r="r" b="b"/>
              <a:pathLst>
                <a:path w="1232" h="1074" extrusionOk="0">
                  <a:moveTo>
                    <a:pt x="0" y="1"/>
                  </a:moveTo>
                  <a:lnTo>
                    <a:pt x="0" y="1074"/>
                  </a:lnTo>
                  <a:lnTo>
                    <a:pt x="1231" y="1"/>
                  </a:lnTo>
                  <a:close/>
                </a:path>
              </a:pathLst>
            </a:custGeom>
            <a:solidFill>
              <a:srgbClr val="E1F6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15"/>
            <p:cNvSpPr/>
            <p:nvPr/>
          </p:nvSpPr>
          <p:spPr>
            <a:xfrm>
              <a:off x="1679847" y="2222549"/>
              <a:ext cx="92539" cy="80671"/>
            </a:xfrm>
            <a:custGeom>
              <a:avLst/>
              <a:gdLst/>
              <a:ahLst/>
              <a:cxnLst/>
              <a:rect l="l" t="t" r="r" b="b"/>
              <a:pathLst>
                <a:path w="1232" h="1074" extrusionOk="0">
                  <a:moveTo>
                    <a:pt x="1" y="1"/>
                  </a:moveTo>
                  <a:lnTo>
                    <a:pt x="1" y="1074"/>
                  </a:lnTo>
                  <a:lnTo>
                    <a:pt x="1232" y="1"/>
                  </a:lnTo>
                  <a:close/>
                </a:path>
              </a:pathLst>
            </a:custGeom>
            <a:solidFill>
              <a:srgbClr val="E1F6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91;p15"/>
            <p:cNvSpPr/>
            <p:nvPr/>
          </p:nvSpPr>
          <p:spPr>
            <a:xfrm>
              <a:off x="1874089" y="2222549"/>
              <a:ext cx="92463" cy="80671"/>
            </a:xfrm>
            <a:custGeom>
              <a:avLst/>
              <a:gdLst/>
              <a:ahLst/>
              <a:cxnLst/>
              <a:rect l="l" t="t" r="r" b="b"/>
              <a:pathLst>
                <a:path w="1231" h="1074" extrusionOk="0">
                  <a:moveTo>
                    <a:pt x="0" y="1"/>
                  </a:moveTo>
                  <a:lnTo>
                    <a:pt x="0" y="1074"/>
                  </a:lnTo>
                  <a:lnTo>
                    <a:pt x="1230" y="1"/>
                  </a:lnTo>
                  <a:close/>
                </a:path>
              </a:pathLst>
            </a:custGeom>
            <a:solidFill>
              <a:srgbClr val="E1F6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92;p15"/>
            <p:cNvSpPr/>
            <p:nvPr/>
          </p:nvSpPr>
          <p:spPr>
            <a:xfrm>
              <a:off x="1485830" y="2321397"/>
              <a:ext cx="92539" cy="80671"/>
            </a:xfrm>
            <a:custGeom>
              <a:avLst/>
              <a:gdLst/>
              <a:ahLst/>
              <a:cxnLst/>
              <a:rect l="l" t="t" r="r" b="b"/>
              <a:pathLst>
                <a:path w="1232" h="1074" extrusionOk="0">
                  <a:moveTo>
                    <a:pt x="0" y="0"/>
                  </a:moveTo>
                  <a:lnTo>
                    <a:pt x="0" y="1074"/>
                  </a:lnTo>
                  <a:lnTo>
                    <a:pt x="1231" y="0"/>
                  </a:lnTo>
                  <a:close/>
                </a:path>
              </a:pathLst>
            </a:custGeom>
            <a:solidFill>
              <a:srgbClr val="E1F6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15"/>
            <p:cNvSpPr/>
            <p:nvPr/>
          </p:nvSpPr>
          <p:spPr>
            <a:xfrm>
              <a:off x="1679847" y="2321397"/>
              <a:ext cx="92539" cy="80671"/>
            </a:xfrm>
            <a:custGeom>
              <a:avLst/>
              <a:gdLst/>
              <a:ahLst/>
              <a:cxnLst/>
              <a:rect l="l" t="t" r="r" b="b"/>
              <a:pathLst>
                <a:path w="1232" h="1074" extrusionOk="0">
                  <a:moveTo>
                    <a:pt x="1" y="0"/>
                  </a:moveTo>
                  <a:lnTo>
                    <a:pt x="1" y="1074"/>
                  </a:lnTo>
                  <a:lnTo>
                    <a:pt x="1232" y="0"/>
                  </a:lnTo>
                  <a:close/>
                </a:path>
              </a:pathLst>
            </a:custGeom>
            <a:solidFill>
              <a:srgbClr val="E1F6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15"/>
            <p:cNvSpPr/>
            <p:nvPr/>
          </p:nvSpPr>
          <p:spPr>
            <a:xfrm>
              <a:off x="1874089" y="2321397"/>
              <a:ext cx="92463" cy="80671"/>
            </a:xfrm>
            <a:custGeom>
              <a:avLst/>
              <a:gdLst/>
              <a:ahLst/>
              <a:cxnLst/>
              <a:rect l="l" t="t" r="r" b="b"/>
              <a:pathLst>
                <a:path w="1231" h="1074" extrusionOk="0">
                  <a:moveTo>
                    <a:pt x="0" y="0"/>
                  </a:moveTo>
                  <a:lnTo>
                    <a:pt x="0" y="1074"/>
                  </a:lnTo>
                  <a:lnTo>
                    <a:pt x="1230" y="0"/>
                  </a:lnTo>
                  <a:close/>
                </a:path>
              </a:pathLst>
            </a:custGeom>
            <a:solidFill>
              <a:srgbClr val="E1F6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15"/>
            <p:cNvSpPr/>
            <p:nvPr/>
          </p:nvSpPr>
          <p:spPr>
            <a:xfrm>
              <a:off x="1485830" y="2550038"/>
              <a:ext cx="92539" cy="80671"/>
            </a:xfrm>
            <a:custGeom>
              <a:avLst/>
              <a:gdLst/>
              <a:ahLst/>
              <a:cxnLst/>
              <a:rect l="l" t="t" r="r" b="b"/>
              <a:pathLst>
                <a:path w="1232" h="1074" extrusionOk="0">
                  <a:moveTo>
                    <a:pt x="0" y="0"/>
                  </a:moveTo>
                  <a:lnTo>
                    <a:pt x="0" y="1074"/>
                  </a:lnTo>
                  <a:lnTo>
                    <a:pt x="1231" y="0"/>
                  </a:lnTo>
                  <a:close/>
                </a:path>
              </a:pathLst>
            </a:custGeom>
            <a:solidFill>
              <a:srgbClr val="E1F6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5"/>
            <p:cNvSpPr/>
            <p:nvPr/>
          </p:nvSpPr>
          <p:spPr>
            <a:xfrm>
              <a:off x="1679847" y="2550038"/>
              <a:ext cx="92539" cy="80671"/>
            </a:xfrm>
            <a:custGeom>
              <a:avLst/>
              <a:gdLst/>
              <a:ahLst/>
              <a:cxnLst/>
              <a:rect l="l" t="t" r="r" b="b"/>
              <a:pathLst>
                <a:path w="1232" h="1074" extrusionOk="0">
                  <a:moveTo>
                    <a:pt x="1" y="0"/>
                  </a:moveTo>
                  <a:lnTo>
                    <a:pt x="1" y="1074"/>
                  </a:lnTo>
                  <a:lnTo>
                    <a:pt x="1232" y="0"/>
                  </a:lnTo>
                  <a:close/>
                </a:path>
              </a:pathLst>
            </a:custGeom>
            <a:solidFill>
              <a:srgbClr val="E1F6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5"/>
            <p:cNvSpPr/>
            <p:nvPr/>
          </p:nvSpPr>
          <p:spPr>
            <a:xfrm>
              <a:off x="1874089" y="2550038"/>
              <a:ext cx="92463" cy="80671"/>
            </a:xfrm>
            <a:custGeom>
              <a:avLst/>
              <a:gdLst/>
              <a:ahLst/>
              <a:cxnLst/>
              <a:rect l="l" t="t" r="r" b="b"/>
              <a:pathLst>
                <a:path w="1231" h="1074" extrusionOk="0">
                  <a:moveTo>
                    <a:pt x="0" y="0"/>
                  </a:moveTo>
                  <a:lnTo>
                    <a:pt x="0" y="1074"/>
                  </a:lnTo>
                  <a:lnTo>
                    <a:pt x="1230" y="0"/>
                  </a:lnTo>
                  <a:close/>
                </a:path>
              </a:pathLst>
            </a:custGeom>
            <a:solidFill>
              <a:srgbClr val="E1F6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5"/>
            <p:cNvSpPr/>
            <p:nvPr/>
          </p:nvSpPr>
          <p:spPr>
            <a:xfrm>
              <a:off x="1485830" y="2648886"/>
              <a:ext cx="92539" cy="80671"/>
            </a:xfrm>
            <a:custGeom>
              <a:avLst/>
              <a:gdLst/>
              <a:ahLst/>
              <a:cxnLst/>
              <a:rect l="l" t="t" r="r" b="b"/>
              <a:pathLst>
                <a:path w="1232" h="1074" extrusionOk="0">
                  <a:moveTo>
                    <a:pt x="0" y="0"/>
                  </a:moveTo>
                  <a:lnTo>
                    <a:pt x="0" y="1074"/>
                  </a:lnTo>
                  <a:lnTo>
                    <a:pt x="1231" y="0"/>
                  </a:lnTo>
                  <a:close/>
                </a:path>
              </a:pathLst>
            </a:custGeom>
            <a:solidFill>
              <a:srgbClr val="E1F6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5"/>
            <p:cNvSpPr/>
            <p:nvPr/>
          </p:nvSpPr>
          <p:spPr>
            <a:xfrm>
              <a:off x="1679847" y="2648886"/>
              <a:ext cx="92539" cy="80671"/>
            </a:xfrm>
            <a:custGeom>
              <a:avLst/>
              <a:gdLst/>
              <a:ahLst/>
              <a:cxnLst/>
              <a:rect l="l" t="t" r="r" b="b"/>
              <a:pathLst>
                <a:path w="1232" h="1074" extrusionOk="0">
                  <a:moveTo>
                    <a:pt x="1" y="0"/>
                  </a:moveTo>
                  <a:lnTo>
                    <a:pt x="1" y="1074"/>
                  </a:lnTo>
                  <a:lnTo>
                    <a:pt x="1232" y="0"/>
                  </a:lnTo>
                  <a:close/>
                </a:path>
              </a:pathLst>
            </a:custGeom>
            <a:solidFill>
              <a:srgbClr val="E1F6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5"/>
            <p:cNvSpPr/>
            <p:nvPr/>
          </p:nvSpPr>
          <p:spPr>
            <a:xfrm>
              <a:off x="1874089" y="2648886"/>
              <a:ext cx="92463" cy="80671"/>
            </a:xfrm>
            <a:custGeom>
              <a:avLst/>
              <a:gdLst/>
              <a:ahLst/>
              <a:cxnLst/>
              <a:rect l="l" t="t" r="r" b="b"/>
              <a:pathLst>
                <a:path w="1231" h="1074" extrusionOk="0">
                  <a:moveTo>
                    <a:pt x="0" y="0"/>
                  </a:moveTo>
                  <a:lnTo>
                    <a:pt x="0" y="1074"/>
                  </a:lnTo>
                  <a:lnTo>
                    <a:pt x="1230" y="0"/>
                  </a:lnTo>
                  <a:close/>
                </a:path>
              </a:pathLst>
            </a:custGeom>
            <a:solidFill>
              <a:srgbClr val="E1F6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5"/>
            <p:cNvSpPr/>
            <p:nvPr/>
          </p:nvSpPr>
          <p:spPr>
            <a:xfrm>
              <a:off x="1485830" y="2877527"/>
              <a:ext cx="92539" cy="80596"/>
            </a:xfrm>
            <a:custGeom>
              <a:avLst/>
              <a:gdLst/>
              <a:ahLst/>
              <a:cxnLst/>
              <a:rect l="l" t="t" r="r" b="b"/>
              <a:pathLst>
                <a:path w="1232" h="1073" extrusionOk="0">
                  <a:moveTo>
                    <a:pt x="0" y="0"/>
                  </a:moveTo>
                  <a:lnTo>
                    <a:pt x="0" y="1073"/>
                  </a:lnTo>
                  <a:lnTo>
                    <a:pt x="1231" y="0"/>
                  </a:lnTo>
                  <a:close/>
                </a:path>
              </a:pathLst>
            </a:custGeom>
            <a:solidFill>
              <a:srgbClr val="E1F6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5"/>
            <p:cNvSpPr/>
            <p:nvPr/>
          </p:nvSpPr>
          <p:spPr>
            <a:xfrm>
              <a:off x="1679847" y="2877527"/>
              <a:ext cx="92539" cy="80596"/>
            </a:xfrm>
            <a:custGeom>
              <a:avLst/>
              <a:gdLst/>
              <a:ahLst/>
              <a:cxnLst/>
              <a:rect l="l" t="t" r="r" b="b"/>
              <a:pathLst>
                <a:path w="1232" h="1073" extrusionOk="0">
                  <a:moveTo>
                    <a:pt x="1" y="0"/>
                  </a:moveTo>
                  <a:lnTo>
                    <a:pt x="1" y="1073"/>
                  </a:lnTo>
                  <a:lnTo>
                    <a:pt x="1232" y="0"/>
                  </a:lnTo>
                  <a:close/>
                </a:path>
              </a:pathLst>
            </a:custGeom>
            <a:solidFill>
              <a:srgbClr val="E1F6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5"/>
            <p:cNvSpPr/>
            <p:nvPr/>
          </p:nvSpPr>
          <p:spPr>
            <a:xfrm>
              <a:off x="1874089" y="2877527"/>
              <a:ext cx="92463" cy="80596"/>
            </a:xfrm>
            <a:custGeom>
              <a:avLst/>
              <a:gdLst/>
              <a:ahLst/>
              <a:cxnLst/>
              <a:rect l="l" t="t" r="r" b="b"/>
              <a:pathLst>
                <a:path w="1231" h="1073" extrusionOk="0">
                  <a:moveTo>
                    <a:pt x="0" y="0"/>
                  </a:moveTo>
                  <a:lnTo>
                    <a:pt x="0" y="1073"/>
                  </a:lnTo>
                  <a:lnTo>
                    <a:pt x="1230" y="0"/>
                  </a:lnTo>
                  <a:close/>
                </a:path>
              </a:pathLst>
            </a:custGeom>
            <a:solidFill>
              <a:srgbClr val="E1F6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5"/>
            <p:cNvSpPr/>
            <p:nvPr/>
          </p:nvSpPr>
          <p:spPr>
            <a:xfrm>
              <a:off x="1485830" y="2976450"/>
              <a:ext cx="92539" cy="80521"/>
            </a:xfrm>
            <a:custGeom>
              <a:avLst/>
              <a:gdLst/>
              <a:ahLst/>
              <a:cxnLst/>
              <a:rect l="l" t="t" r="r" b="b"/>
              <a:pathLst>
                <a:path w="1232" h="1072" extrusionOk="0">
                  <a:moveTo>
                    <a:pt x="0" y="0"/>
                  </a:moveTo>
                  <a:lnTo>
                    <a:pt x="0" y="1071"/>
                  </a:lnTo>
                  <a:lnTo>
                    <a:pt x="1231" y="0"/>
                  </a:lnTo>
                  <a:close/>
                </a:path>
              </a:pathLst>
            </a:custGeom>
            <a:solidFill>
              <a:srgbClr val="E1F6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5"/>
            <p:cNvSpPr/>
            <p:nvPr/>
          </p:nvSpPr>
          <p:spPr>
            <a:xfrm>
              <a:off x="1679847" y="2976450"/>
              <a:ext cx="92539" cy="80521"/>
            </a:xfrm>
            <a:custGeom>
              <a:avLst/>
              <a:gdLst/>
              <a:ahLst/>
              <a:cxnLst/>
              <a:rect l="l" t="t" r="r" b="b"/>
              <a:pathLst>
                <a:path w="1232" h="1072" extrusionOk="0">
                  <a:moveTo>
                    <a:pt x="1" y="0"/>
                  </a:moveTo>
                  <a:lnTo>
                    <a:pt x="1" y="1071"/>
                  </a:lnTo>
                  <a:lnTo>
                    <a:pt x="1232" y="0"/>
                  </a:lnTo>
                  <a:close/>
                </a:path>
              </a:pathLst>
            </a:custGeom>
            <a:solidFill>
              <a:srgbClr val="E1F6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5"/>
            <p:cNvSpPr/>
            <p:nvPr/>
          </p:nvSpPr>
          <p:spPr>
            <a:xfrm>
              <a:off x="1874089" y="2976450"/>
              <a:ext cx="92463" cy="80521"/>
            </a:xfrm>
            <a:custGeom>
              <a:avLst/>
              <a:gdLst/>
              <a:ahLst/>
              <a:cxnLst/>
              <a:rect l="l" t="t" r="r" b="b"/>
              <a:pathLst>
                <a:path w="1231" h="1072" extrusionOk="0">
                  <a:moveTo>
                    <a:pt x="0" y="0"/>
                  </a:moveTo>
                  <a:lnTo>
                    <a:pt x="0" y="1071"/>
                  </a:lnTo>
                  <a:lnTo>
                    <a:pt x="1230" y="0"/>
                  </a:lnTo>
                  <a:close/>
                </a:path>
              </a:pathLst>
            </a:custGeom>
            <a:solidFill>
              <a:srgbClr val="E1F6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5"/>
            <p:cNvSpPr/>
            <p:nvPr/>
          </p:nvSpPr>
          <p:spPr>
            <a:xfrm>
              <a:off x="2487238" y="3039018"/>
              <a:ext cx="300225" cy="299624"/>
            </a:xfrm>
            <a:custGeom>
              <a:avLst/>
              <a:gdLst/>
              <a:ahLst/>
              <a:cxnLst/>
              <a:rect l="l" t="t" r="r" b="b"/>
              <a:pathLst>
                <a:path w="3997" h="3989" extrusionOk="0">
                  <a:moveTo>
                    <a:pt x="0" y="0"/>
                  </a:moveTo>
                  <a:lnTo>
                    <a:pt x="0" y="3988"/>
                  </a:lnTo>
                  <a:lnTo>
                    <a:pt x="3997" y="3988"/>
                  </a:lnTo>
                  <a:lnTo>
                    <a:pt x="399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5"/>
            <p:cNvSpPr/>
            <p:nvPr/>
          </p:nvSpPr>
          <p:spPr>
            <a:xfrm>
              <a:off x="2511274" y="3062378"/>
              <a:ext cx="252303" cy="276339"/>
            </a:xfrm>
            <a:custGeom>
              <a:avLst/>
              <a:gdLst/>
              <a:ahLst/>
              <a:cxnLst/>
              <a:rect l="l" t="t" r="r" b="b"/>
              <a:pathLst>
                <a:path w="3359" h="3679" extrusionOk="0">
                  <a:moveTo>
                    <a:pt x="1" y="0"/>
                  </a:moveTo>
                  <a:lnTo>
                    <a:pt x="1" y="3678"/>
                  </a:lnTo>
                  <a:lnTo>
                    <a:pt x="3359" y="3678"/>
                  </a:lnTo>
                  <a:lnTo>
                    <a:pt x="33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09;p15"/>
            <p:cNvSpPr/>
            <p:nvPr/>
          </p:nvSpPr>
          <p:spPr>
            <a:xfrm>
              <a:off x="2627699" y="3055243"/>
              <a:ext cx="19379" cy="283475"/>
            </a:xfrm>
            <a:custGeom>
              <a:avLst/>
              <a:gdLst/>
              <a:ahLst/>
              <a:cxnLst/>
              <a:rect l="l" t="t" r="r" b="b"/>
              <a:pathLst>
                <a:path w="258" h="3774" extrusionOk="0">
                  <a:moveTo>
                    <a:pt x="1" y="1"/>
                  </a:moveTo>
                  <a:lnTo>
                    <a:pt x="1" y="3773"/>
                  </a:lnTo>
                  <a:lnTo>
                    <a:pt x="258" y="3773"/>
                  </a:lnTo>
                  <a:lnTo>
                    <a:pt x="258" y="1"/>
                  </a:lnTo>
                  <a:close/>
                </a:path>
              </a:pathLst>
            </a:custGeom>
            <a:solidFill>
              <a:srgbClr val="3289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10;p15"/>
            <p:cNvSpPr/>
            <p:nvPr/>
          </p:nvSpPr>
          <p:spPr>
            <a:xfrm>
              <a:off x="2511274" y="3062378"/>
              <a:ext cx="116124" cy="276114"/>
            </a:xfrm>
            <a:custGeom>
              <a:avLst/>
              <a:gdLst/>
              <a:ahLst/>
              <a:cxnLst/>
              <a:rect l="l" t="t" r="r" b="b"/>
              <a:pathLst>
                <a:path w="1546" h="3676" extrusionOk="0">
                  <a:moveTo>
                    <a:pt x="1" y="0"/>
                  </a:moveTo>
                  <a:lnTo>
                    <a:pt x="1" y="3675"/>
                  </a:lnTo>
                  <a:lnTo>
                    <a:pt x="1546" y="0"/>
                  </a:lnTo>
                  <a:close/>
                </a:path>
              </a:pathLst>
            </a:custGeom>
            <a:solidFill>
              <a:srgbClr val="E1F6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11;p15"/>
            <p:cNvSpPr/>
            <p:nvPr/>
          </p:nvSpPr>
          <p:spPr>
            <a:xfrm>
              <a:off x="2647003" y="3062378"/>
              <a:ext cx="116199" cy="276114"/>
            </a:xfrm>
            <a:custGeom>
              <a:avLst/>
              <a:gdLst/>
              <a:ahLst/>
              <a:cxnLst/>
              <a:rect l="l" t="t" r="r" b="b"/>
              <a:pathLst>
                <a:path w="1547" h="3676" extrusionOk="0">
                  <a:moveTo>
                    <a:pt x="1" y="0"/>
                  </a:moveTo>
                  <a:lnTo>
                    <a:pt x="1" y="3675"/>
                  </a:lnTo>
                  <a:lnTo>
                    <a:pt x="1547" y="0"/>
                  </a:lnTo>
                  <a:close/>
                </a:path>
              </a:pathLst>
            </a:custGeom>
            <a:solidFill>
              <a:srgbClr val="E1F6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12;p15"/>
            <p:cNvSpPr/>
            <p:nvPr/>
          </p:nvSpPr>
          <p:spPr>
            <a:xfrm>
              <a:off x="2416556" y="2028985"/>
              <a:ext cx="82398" cy="82398"/>
            </a:xfrm>
            <a:custGeom>
              <a:avLst/>
              <a:gdLst/>
              <a:ahLst/>
              <a:cxnLst/>
              <a:rect l="l" t="t" r="r" b="b"/>
              <a:pathLst>
                <a:path w="1097" h="1097" extrusionOk="0">
                  <a:moveTo>
                    <a:pt x="0" y="0"/>
                  </a:moveTo>
                  <a:lnTo>
                    <a:pt x="0" y="1096"/>
                  </a:lnTo>
                  <a:lnTo>
                    <a:pt x="1097" y="1096"/>
                  </a:lnTo>
                  <a:lnTo>
                    <a:pt x="10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13;p15"/>
            <p:cNvSpPr/>
            <p:nvPr/>
          </p:nvSpPr>
          <p:spPr>
            <a:xfrm>
              <a:off x="2416556" y="2028985"/>
              <a:ext cx="82398" cy="82398"/>
            </a:xfrm>
            <a:custGeom>
              <a:avLst/>
              <a:gdLst/>
              <a:ahLst/>
              <a:cxnLst/>
              <a:rect l="l" t="t" r="r" b="b"/>
              <a:pathLst>
                <a:path w="1097" h="1097" extrusionOk="0">
                  <a:moveTo>
                    <a:pt x="0" y="0"/>
                  </a:moveTo>
                  <a:lnTo>
                    <a:pt x="0" y="1096"/>
                  </a:lnTo>
                  <a:lnTo>
                    <a:pt x="1097" y="0"/>
                  </a:lnTo>
                  <a:close/>
                </a:path>
              </a:pathLst>
            </a:custGeom>
            <a:solidFill>
              <a:srgbClr val="E1F6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214;p15"/>
            <p:cNvSpPr/>
            <p:nvPr/>
          </p:nvSpPr>
          <p:spPr>
            <a:xfrm>
              <a:off x="2536362" y="2028985"/>
              <a:ext cx="82398" cy="82398"/>
            </a:xfrm>
            <a:custGeom>
              <a:avLst/>
              <a:gdLst/>
              <a:ahLst/>
              <a:cxnLst/>
              <a:rect l="l" t="t" r="r" b="b"/>
              <a:pathLst>
                <a:path w="1097" h="1097" extrusionOk="0">
                  <a:moveTo>
                    <a:pt x="0" y="0"/>
                  </a:moveTo>
                  <a:lnTo>
                    <a:pt x="0" y="1096"/>
                  </a:lnTo>
                  <a:lnTo>
                    <a:pt x="1096" y="1096"/>
                  </a:lnTo>
                  <a:lnTo>
                    <a:pt x="109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215;p15"/>
            <p:cNvSpPr/>
            <p:nvPr/>
          </p:nvSpPr>
          <p:spPr>
            <a:xfrm>
              <a:off x="2536362" y="2028985"/>
              <a:ext cx="82398" cy="82398"/>
            </a:xfrm>
            <a:custGeom>
              <a:avLst/>
              <a:gdLst/>
              <a:ahLst/>
              <a:cxnLst/>
              <a:rect l="l" t="t" r="r" b="b"/>
              <a:pathLst>
                <a:path w="1097" h="1097" extrusionOk="0">
                  <a:moveTo>
                    <a:pt x="0" y="0"/>
                  </a:moveTo>
                  <a:lnTo>
                    <a:pt x="0" y="1096"/>
                  </a:lnTo>
                  <a:lnTo>
                    <a:pt x="1096" y="0"/>
                  </a:lnTo>
                  <a:close/>
                </a:path>
              </a:pathLst>
            </a:custGeom>
            <a:solidFill>
              <a:srgbClr val="E1F6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;p15"/>
            <p:cNvSpPr/>
            <p:nvPr/>
          </p:nvSpPr>
          <p:spPr>
            <a:xfrm>
              <a:off x="2656017" y="2028985"/>
              <a:ext cx="82474" cy="82398"/>
            </a:xfrm>
            <a:custGeom>
              <a:avLst/>
              <a:gdLst/>
              <a:ahLst/>
              <a:cxnLst/>
              <a:rect l="l" t="t" r="r" b="b"/>
              <a:pathLst>
                <a:path w="1098" h="1097" extrusionOk="0">
                  <a:moveTo>
                    <a:pt x="0" y="0"/>
                  </a:moveTo>
                  <a:lnTo>
                    <a:pt x="0" y="1096"/>
                  </a:lnTo>
                  <a:lnTo>
                    <a:pt x="1097" y="1096"/>
                  </a:lnTo>
                  <a:lnTo>
                    <a:pt x="10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17;p15"/>
            <p:cNvSpPr/>
            <p:nvPr/>
          </p:nvSpPr>
          <p:spPr>
            <a:xfrm>
              <a:off x="2656092" y="2028985"/>
              <a:ext cx="82398" cy="82398"/>
            </a:xfrm>
            <a:custGeom>
              <a:avLst/>
              <a:gdLst/>
              <a:ahLst/>
              <a:cxnLst/>
              <a:rect l="l" t="t" r="r" b="b"/>
              <a:pathLst>
                <a:path w="1097" h="1097" extrusionOk="0">
                  <a:moveTo>
                    <a:pt x="0" y="0"/>
                  </a:moveTo>
                  <a:lnTo>
                    <a:pt x="0" y="1096"/>
                  </a:lnTo>
                  <a:lnTo>
                    <a:pt x="1096" y="0"/>
                  </a:lnTo>
                  <a:close/>
                </a:path>
              </a:pathLst>
            </a:custGeom>
            <a:solidFill>
              <a:srgbClr val="E1F6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15"/>
            <p:cNvSpPr/>
            <p:nvPr/>
          </p:nvSpPr>
          <p:spPr>
            <a:xfrm>
              <a:off x="2775822" y="2028985"/>
              <a:ext cx="82474" cy="82398"/>
            </a:xfrm>
            <a:custGeom>
              <a:avLst/>
              <a:gdLst/>
              <a:ahLst/>
              <a:cxnLst/>
              <a:rect l="l" t="t" r="r" b="b"/>
              <a:pathLst>
                <a:path w="1098" h="1097" extrusionOk="0">
                  <a:moveTo>
                    <a:pt x="1" y="0"/>
                  </a:moveTo>
                  <a:lnTo>
                    <a:pt x="1" y="1096"/>
                  </a:lnTo>
                  <a:lnTo>
                    <a:pt x="1097" y="1096"/>
                  </a:lnTo>
                  <a:lnTo>
                    <a:pt x="10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15"/>
            <p:cNvSpPr/>
            <p:nvPr/>
          </p:nvSpPr>
          <p:spPr>
            <a:xfrm>
              <a:off x="2775822" y="2028985"/>
              <a:ext cx="82474" cy="82398"/>
            </a:xfrm>
            <a:custGeom>
              <a:avLst/>
              <a:gdLst/>
              <a:ahLst/>
              <a:cxnLst/>
              <a:rect l="l" t="t" r="r" b="b"/>
              <a:pathLst>
                <a:path w="1098" h="1097" extrusionOk="0">
                  <a:moveTo>
                    <a:pt x="1" y="0"/>
                  </a:moveTo>
                  <a:lnTo>
                    <a:pt x="1" y="1096"/>
                  </a:lnTo>
                  <a:lnTo>
                    <a:pt x="1097" y="0"/>
                  </a:lnTo>
                  <a:close/>
                </a:path>
              </a:pathLst>
            </a:custGeom>
            <a:solidFill>
              <a:srgbClr val="E1F6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20;p15"/>
            <p:cNvSpPr/>
            <p:nvPr/>
          </p:nvSpPr>
          <p:spPr>
            <a:xfrm>
              <a:off x="2416556" y="2145710"/>
              <a:ext cx="82398" cy="82398"/>
            </a:xfrm>
            <a:custGeom>
              <a:avLst/>
              <a:gdLst/>
              <a:ahLst/>
              <a:cxnLst/>
              <a:rect l="l" t="t" r="r" b="b"/>
              <a:pathLst>
                <a:path w="1097" h="1097" extrusionOk="0">
                  <a:moveTo>
                    <a:pt x="0" y="0"/>
                  </a:moveTo>
                  <a:lnTo>
                    <a:pt x="0" y="1096"/>
                  </a:lnTo>
                  <a:lnTo>
                    <a:pt x="1097" y="1096"/>
                  </a:lnTo>
                  <a:lnTo>
                    <a:pt x="10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221;p15"/>
            <p:cNvSpPr/>
            <p:nvPr/>
          </p:nvSpPr>
          <p:spPr>
            <a:xfrm>
              <a:off x="2416556" y="2145710"/>
              <a:ext cx="82398" cy="82398"/>
            </a:xfrm>
            <a:custGeom>
              <a:avLst/>
              <a:gdLst/>
              <a:ahLst/>
              <a:cxnLst/>
              <a:rect l="l" t="t" r="r" b="b"/>
              <a:pathLst>
                <a:path w="1097" h="1097" extrusionOk="0">
                  <a:moveTo>
                    <a:pt x="0" y="0"/>
                  </a:moveTo>
                  <a:lnTo>
                    <a:pt x="0" y="1096"/>
                  </a:lnTo>
                  <a:lnTo>
                    <a:pt x="1097" y="0"/>
                  </a:lnTo>
                  <a:close/>
                </a:path>
              </a:pathLst>
            </a:custGeom>
            <a:solidFill>
              <a:srgbClr val="E1F6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222;p15"/>
            <p:cNvSpPr/>
            <p:nvPr/>
          </p:nvSpPr>
          <p:spPr>
            <a:xfrm>
              <a:off x="2536362" y="2145710"/>
              <a:ext cx="82398" cy="82398"/>
            </a:xfrm>
            <a:custGeom>
              <a:avLst/>
              <a:gdLst/>
              <a:ahLst/>
              <a:cxnLst/>
              <a:rect l="l" t="t" r="r" b="b"/>
              <a:pathLst>
                <a:path w="1097" h="1097" extrusionOk="0">
                  <a:moveTo>
                    <a:pt x="0" y="0"/>
                  </a:moveTo>
                  <a:lnTo>
                    <a:pt x="0" y="1096"/>
                  </a:lnTo>
                  <a:lnTo>
                    <a:pt x="1096" y="1096"/>
                  </a:lnTo>
                  <a:lnTo>
                    <a:pt x="109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23;p15"/>
            <p:cNvSpPr/>
            <p:nvPr/>
          </p:nvSpPr>
          <p:spPr>
            <a:xfrm>
              <a:off x="2536362" y="2145710"/>
              <a:ext cx="82398" cy="82398"/>
            </a:xfrm>
            <a:custGeom>
              <a:avLst/>
              <a:gdLst/>
              <a:ahLst/>
              <a:cxnLst/>
              <a:rect l="l" t="t" r="r" b="b"/>
              <a:pathLst>
                <a:path w="1097" h="1097" extrusionOk="0">
                  <a:moveTo>
                    <a:pt x="0" y="0"/>
                  </a:moveTo>
                  <a:lnTo>
                    <a:pt x="0" y="1096"/>
                  </a:lnTo>
                  <a:lnTo>
                    <a:pt x="1096" y="0"/>
                  </a:lnTo>
                  <a:close/>
                </a:path>
              </a:pathLst>
            </a:custGeom>
            <a:solidFill>
              <a:srgbClr val="E1F6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15"/>
            <p:cNvSpPr/>
            <p:nvPr/>
          </p:nvSpPr>
          <p:spPr>
            <a:xfrm>
              <a:off x="2656017" y="2145710"/>
              <a:ext cx="82474" cy="82398"/>
            </a:xfrm>
            <a:custGeom>
              <a:avLst/>
              <a:gdLst/>
              <a:ahLst/>
              <a:cxnLst/>
              <a:rect l="l" t="t" r="r" b="b"/>
              <a:pathLst>
                <a:path w="1098" h="1097" extrusionOk="0">
                  <a:moveTo>
                    <a:pt x="0" y="0"/>
                  </a:moveTo>
                  <a:lnTo>
                    <a:pt x="0" y="1096"/>
                  </a:lnTo>
                  <a:lnTo>
                    <a:pt x="1097" y="1096"/>
                  </a:lnTo>
                  <a:lnTo>
                    <a:pt x="10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5;p15"/>
            <p:cNvSpPr/>
            <p:nvPr/>
          </p:nvSpPr>
          <p:spPr>
            <a:xfrm>
              <a:off x="2656092" y="2145710"/>
              <a:ext cx="82398" cy="82398"/>
            </a:xfrm>
            <a:custGeom>
              <a:avLst/>
              <a:gdLst/>
              <a:ahLst/>
              <a:cxnLst/>
              <a:rect l="l" t="t" r="r" b="b"/>
              <a:pathLst>
                <a:path w="1097" h="1097" extrusionOk="0">
                  <a:moveTo>
                    <a:pt x="0" y="0"/>
                  </a:moveTo>
                  <a:lnTo>
                    <a:pt x="0" y="1096"/>
                  </a:lnTo>
                  <a:lnTo>
                    <a:pt x="1096" y="0"/>
                  </a:lnTo>
                  <a:close/>
                </a:path>
              </a:pathLst>
            </a:custGeom>
            <a:solidFill>
              <a:srgbClr val="E1F6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6;p15"/>
            <p:cNvSpPr/>
            <p:nvPr/>
          </p:nvSpPr>
          <p:spPr>
            <a:xfrm>
              <a:off x="2775822" y="2145710"/>
              <a:ext cx="82474" cy="82398"/>
            </a:xfrm>
            <a:custGeom>
              <a:avLst/>
              <a:gdLst/>
              <a:ahLst/>
              <a:cxnLst/>
              <a:rect l="l" t="t" r="r" b="b"/>
              <a:pathLst>
                <a:path w="1098" h="1097" extrusionOk="0">
                  <a:moveTo>
                    <a:pt x="1" y="0"/>
                  </a:moveTo>
                  <a:lnTo>
                    <a:pt x="1" y="1096"/>
                  </a:lnTo>
                  <a:lnTo>
                    <a:pt x="1097" y="1096"/>
                  </a:lnTo>
                  <a:lnTo>
                    <a:pt x="10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15"/>
            <p:cNvSpPr/>
            <p:nvPr/>
          </p:nvSpPr>
          <p:spPr>
            <a:xfrm>
              <a:off x="2775822" y="2145710"/>
              <a:ext cx="82474" cy="82398"/>
            </a:xfrm>
            <a:custGeom>
              <a:avLst/>
              <a:gdLst/>
              <a:ahLst/>
              <a:cxnLst/>
              <a:rect l="l" t="t" r="r" b="b"/>
              <a:pathLst>
                <a:path w="1098" h="1097" extrusionOk="0">
                  <a:moveTo>
                    <a:pt x="1" y="0"/>
                  </a:moveTo>
                  <a:lnTo>
                    <a:pt x="1" y="1096"/>
                  </a:lnTo>
                  <a:lnTo>
                    <a:pt x="1097" y="0"/>
                  </a:lnTo>
                  <a:close/>
                </a:path>
              </a:pathLst>
            </a:custGeom>
            <a:solidFill>
              <a:srgbClr val="E1F6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15"/>
            <p:cNvSpPr/>
            <p:nvPr/>
          </p:nvSpPr>
          <p:spPr>
            <a:xfrm>
              <a:off x="2416556" y="2262434"/>
              <a:ext cx="82398" cy="82398"/>
            </a:xfrm>
            <a:custGeom>
              <a:avLst/>
              <a:gdLst/>
              <a:ahLst/>
              <a:cxnLst/>
              <a:rect l="l" t="t" r="r" b="b"/>
              <a:pathLst>
                <a:path w="1097" h="1097" extrusionOk="0">
                  <a:moveTo>
                    <a:pt x="0" y="1"/>
                  </a:moveTo>
                  <a:lnTo>
                    <a:pt x="0" y="1097"/>
                  </a:lnTo>
                  <a:lnTo>
                    <a:pt x="1097" y="1097"/>
                  </a:lnTo>
                  <a:lnTo>
                    <a:pt x="109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15"/>
            <p:cNvSpPr/>
            <p:nvPr/>
          </p:nvSpPr>
          <p:spPr>
            <a:xfrm>
              <a:off x="2416556" y="2262434"/>
              <a:ext cx="82398" cy="82398"/>
            </a:xfrm>
            <a:custGeom>
              <a:avLst/>
              <a:gdLst/>
              <a:ahLst/>
              <a:cxnLst/>
              <a:rect l="l" t="t" r="r" b="b"/>
              <a:pathLst>
                <a:path w="1097" h="1097" extrusionOk="0">
                  <a:moveTo>
                    <a:pt x="0" y="1"/>
                  </a:moveTo>
                  <a:lnTo>
                    <a:pt x="0" y="1097"/>
                  </a:lnTo>
                  <a:lnTo>
                    <a:pt x="1097" y="1"/>
                  </a:lnTo>
                  <a:close/>
                </a:path>
              </a:pathLst>
            </a:custGeom>
            <a:solidFill>
              <a:srgbClr val="E1F6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30;p15"/>
            <p:cNvSpPr/>
            <p:nvPr/>
          </p:nvSpPr>
          <p:spPr>
            <a:xfrm>
              <a:off x="2536362" y="2262434"/>
              <a:ext cx="82398" cy="82398"/>
            </a:xfrm>
            <a:custGeom>
              <a:avLst/>
              <a:gdLst/>
              <a:ahLst/>
              <a:cxnLst/>
              <a:rect l="l" t="t" r="r" b="b"/>
              <a:pathLst>
                <a:path w="1097" h="1097" extrusionOk="0">
                  <a:moveTo>
                    <a:pt x="0" y="1"/>
                  </a:moveTo>
                  <a:lnTo>
                    <a:pt x="0" y="1097"/>
                  </a:lnTo>
                  <a:lnTo>
                    <a:pt x="1096" y="1097"/>
                  </a:lnTo>
                  <a:lnTo>
                    <a:pt x="109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231;p15"/>
            <p:cNvSpPr/>
            <p:nvPr/>
          </p:nvSpPr>
          <p:spPr>
            <a:xfrm>
              <a:off x="2536362" y="2262434"/>
              <a:ext cx="82398" cy="82398"/>
            </a:xfrm>
            <a:custGeom>
              <a:avLst/>
              <a:gdLst/>
              <a:ahLst/>
              <a:cxnLst/>
              <a:rect l="l" t="t" r="r" b="b"/>
              <a:pathLst>
                <a:path w="1097" h="1097" extrusionOk="0">
                  <a:moveTo>
                    <a:pt x="0" y="1"/>
                  </a:moveTo>
                  <a:lnTo>
                    <a:pt x="0" y="1097"/>
                  </a:lnTo>
                  <a:lnTo>
                    <a:pt x="1096" y="1"/>
                  </a:lnTo>
                  <a:close/>
                </a:path>
              </a:pathLst>
            </a:custGeom>
            <a:solidFill>
              <a:srgbClr val="E1F6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2;p15"/>
            <p:cNvSpPr/>
            <p:nvPr/>
          </p:nvSpPr>
          <p:spPr>
            <a:xfrm>
              <a:off x="2656017" y="2262434"/>
              <a:ext cx="82474" cy="82398"/>
            </a:xfrm>
            <a:custGeom>
              <a:avLst/>
              <a:gdLst/>
              <a:ahLst/>
              <a:cxnLst/>
              <a:rect l="l" t="t" r="r" b="b"/>
              <a:pathLst>
                <a:path w="1098" h="1097" extrusionOk="0">
                  <a:moveTo>
                    <a:pt x="0" y="1"/>
                  </a:moveTo>
                  <a:lnTo>
                    <a:pt x="0" y="1097"/>
                  </a:lnTo>
                  <a:lnTo>
                    <a:pt x="1097" y="1097"/>
                  </a:lnTo>
                  <a:lnTo>
                    <a:pt x="109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233;p15"/>
            <p:cNvSpPr/>
            <p:nvPr/>
          </p:nvSpPr>
          <p:spPr>
            <a:xfrm>
              <a:off x="2656092" y="2262434"/>
              <a:ext cx="82398" cy="82398"/>
            </a:xfrm>
            <a:custGeom>
              <a:avLst/>
              <a:gdLst/>
              <a:ahLst/>
              <a:cxnLst/>
              <a:rect l="l" t="t" r="r" b="b"/>
              <a:pathLst>
                <a:path w="1097" h="1097" extrusionOk="0">
                  <a:moveTo>
                    <a:pt x="0" y="1"/>
                  </a:moveTo>
                  <a:lnTo>
                    <a:pt x="0" y="1097"/>
                  </a:lnTo>
                  <a:lnTo>
                    <a:pt x="1096" y="1"/>
                  </a:lnTo>
                  <a:close/>
                </a:path>
              </a:pathLst>
            </a:custGeom>
            <a:solidFill>
              <a:srgbClr val="E1F6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15"/>
            <p:cNvSpPr/>
            <p:nvPr/>
          </p:nvSpPr>
          <p:spPr>
            <a:xfrm>
              <a:off x="2775822" y="2262434"/>
              <a:ext cx="82474" cy="82398"/>
            </a:xfrm>
            <a:custGeom>
              <a:avLst/>
              <a:gdLst/>
              <a:ahLst/>
              <a:cxnLst/>
              <a:rect l="l" t="t" r="r" b="b"/>
              <a:pathLst>
                <a:path w="1098" h="1097" extrusionOk="0">
                  <a:moveTo>
                    <a:pt x="1" y="1"/>
                  </a:moveTo>
                  <a:lnTo>
                    <a:pt x="1" y="1097"/>
                  </a:lnTo>
                  <a:lnTo>
                    <a:pt x="1097" y="1097"/>
                  </a:lnTo>
                  <a:lnTo>
                    <a:pt x="109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235;p15"/>
            <p:cNvSpPr/>
            <p:nvPr/>
          </p:nvSpPr>
          <p:spPr>
            <a:xfrm>
              <a:off x="2775822" y="2262434"/>
              <a:ext cx="82474" cy="82398"/>
            </a:xfrm>
            <a:custGeom>
              <a:avLst/>
              <a:gdLst/>
              <a:ahLst/>
              <a:cxnLst/>
              <a:rect l="l" t="t" r="r" b="b"/>
              <a:pathLst>
                <a:path w="1098" h="1097" extrusionOk="0">
                  <a:moveTo>
                    <a:pt x="1" y="1"/>
                  </a:moveTo>
                  <a:lnTo>
                    <a:pt x="1" y="1097"/>
                  </a:lnTo>
                  <a:lnTo>
                    <a:pt x="1097" y="1"/>
                  </a:lnTo>
                  <a:close/>
                </a:path>
              </a:pathLst>
            </a:custGeom>
            <a:solidFill>
              <a:srgbClr val="E1F6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15"/>
            <p:cNvSpPr/>
            <p:nvPr/>
          </p:nvSpPr>
          <p:spPr>
            <a:xfrm>
              <a:off x="2416556" y="2379083"/>
              <a:ext cx="82398" cy="82398"/>
            </a:xfrm>
            <a:custGeom>
              <a:avLst/>
              <a:gdLst/>
              <a:ahLst/>
              <a:cxnLst/>
              <a:rect l="l" t="t" r="r" b="b"/>
              <a:pathLst>
                <a:path w="1097" h="1097" extrusionOk="0">
                  <a:moveTo>
                    <a:pt x="0" y="1"/>
                  </a:moveTo>
                  <a:lnTo>
                    <a:pt x="0" y="1097"/>
                  </a:lnTo>
                  <a:lnTo>
                    <a:pt x="1097" y="1097"/>
                  </a:lnTo>
                  <a:lnTo>
                    <a:pt x="109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15"/>
            <p:cNvSpPr/>
            <p:nvPr/>
          </p:nvSpPr>
          <p:spPr>
            <a:xfrm>
              <a:off x="2416556" y="2379083"/>
              <a:ext cx="82398" cy="82474"/>
            </a:xfrm>
            <a:custGeom>
              <a:avLst/>
              <a:gdLst/>
              <a:ahLst/>
              <a:cxnLst/>
              <a:rect l="l" t="t" r="r" b="b"/>
              <a:pathLst>
                <a:path w="1097" h="1098" extrusionOk="0">
                  <a:moveTo>
                    <a:pt x="0" y="1"/>
                  </a:moveTo>
                  <a:lnTo>
                    <a:pt x="0" y="1098"/>
                  </a:lnTo>
                  <a:lnTo>
                    <a:pt x="1097" y="1"/>
                  </a:lnTo>
                  <a:close/>
                </a:path>
              </a:pathLst>
            </a:custGeom>
            <a:solidFill>
              <a:srgbClr val="E1F6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15"/>
            <p:cNvSpPr/>
            <p:nvPr/>
          </p:nvSpPr>
          <p:spPr>
            <a:xfrm>
              <a:off x="2536362" y="2379083"/>
              <a:ext cx="82398" cy="82398"/>
            </a:xfrm>
            <a:custGeom>
              <a:avLst/>
              <a:gdLst/>
              <a:ahLst/>
              <a:cxnLst/>
              <a:rect l="l" t="t" r="r" b="b"/>
              <a:pathLst>
                <a:path w="1097" h="1097" extrusionOk="0">
                  <a:moveTo>
                    <a:pt x="0" y="1"/>
                  </a:moveTo>
                  <a:lnTo>
                    <a:pt x="0" y="1097"/>
                  </a:lnTo>
                  <a:lnTo>
                    <a:pt x="1096" y="1097"/>
                  </a:lnTo>
                  <a:lnTo>
                    <a:pt x="109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15"/>
            <p:cNvSpPr/>
            <p:nvPr/>
          </p:nvSpPr>
          <p:spPr>
            <a:xfrm>
              <a:off x="2536362" y="2379083"/>
              <a:ext cx="82398" cy="82474"/>
            </a:xfrm>
            <a:custGeom>
              <a:avLst/>
              <a:gdLst/>
              <a:ahLst/>
              <a:cxnLst/>
              <a:rect l="l" t="t" r="r" b="b"/>
              <a:pathLst>
                <a:path w="1097" h="1098" extrusionOk="0">
                  <a:moveTo>
                    <a:pt x="0" y="1"/>
                  </a:moveTo>
                  <a:lnTo>
                    <a:pt x="0" y="1098"/>
                  </a:lnTo>
                  <a:lnTo>
                    <a:pt x="1096" y="1"/>
                  </a:lnTo>
                  <a:close/>
                </a:path>
              </a:pathLst>
            </a:custGeom>
            <a:solidFill>
              <a:srgbClr val="E1F6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15"/>
            <p:cNvSpPr/>
            <p:nvPr/>
          </p:nvSpPr>
          <p:spPr>
            <a:xfrm>
              <a:off x="2656017" y="2379083"/>
              <a:ext cx="82474" cy="82398"/>
            </a:xfrm>
            <a:custGeom>
              <a:avLst/>
              <a:gdLst/>
              <a:ahLst/>
              <a:cxnLst/>
              <a:rect l="l" t="t" r="r" b="b"/>
              <a:pathLst>
                <a:path w="1098" h="1097" extrusionOk="0">
                  <a:moveTo>
                    <a:pt x="0" y="1"/>
                  </a:moveTo>
                  <a:lnTo>
                    <a:pt x="0" y="1097"/>
                  </a:lnTo>
                  <a:lnTo>
                    <a:pt x="1097" y="1097"/>
                  </a:lnTo>
                  <a:lnTo>
                    <a:pt x="109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15"/>
            <p:cNvSpPr/>
            <p:nvPr/>
          </p:nvSpPr>
          <p:spPr>
            <a:xfrm>
              <a:off x="2656092" y="2379083"/>
              <a:ext cx="82398" cy="82474"/>
            </a:xfrm>
            <a:custGeom>
              <a:avLst/>
              <a:gdLst/>
              <a:ahLst/>
              <a:cxnLst/>
              <a:rect l="l" t="t" r="r" b="b"/>
              <a:pathLst>
                <a:path w="1097" h="1098" extrusionOk="0">
                  <a:moveTo>
                    <a:pt x="0" y="1"/>
                  </a:moveTo>
                  <a:lnTo>
                    <a:pt x="0" y="1098"/>
                  </a:lnTo>
                  <a:lnTo>
                    <a:pt x="1096" y="1"/>
                  </a:lnTo>
                  <a:close/>
                </a:path>
              </a:pathLst>
            </a:custGeom>
            <a:solidFill>
              <a:srgbClr val="E1F6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15"/>
            <p:cNvSpPr/>
            <p:nvPr/>
          </p:nvSpPr>
          <p:spPr>
            <a:xfrm>
              <a:off x="2775822" y="2379083"/>
              <a:ext cx="82474" cy="82398"/>
            </a:xfrm>
            <a:custGeom>
              <a:avLst/>
              <a:gdLst/>
              <a:ahLst/>
              <a:cxnLst/>
              <a:rect l="l" t="t" r="r" b="b"/>
              <a:pathLst>
                <a:path w="1098" h="1097" extrusionOk="0">
                  <a:moveTo>
                    <a:pt x="1" y="1"/>
                  </a:moveTo>
                  <a:lnTo>
                    <a:pt x="1" y="1097"/>
                  </a:lnTo>
                  <a:lnTo>
                    <a:pt x="1097" y="1097"/>
                  </a:lnTo>
                  <a:lnTo>
                    <a:pt x="109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15"/>
            <p:cNvSpPr/>
            <p:nvPr/>
          </p:nvSpPr>
          <p:spPr>
            <a:xfrm>
              <a:off x="2775822" y="2379083"/>
              <a:ext cx="82474" cy="82474"/>
            </a:xfrm>
            <a:custGeom>
              <a:avLst/>
              <a:gdLst/>
              <a:ahLst/>
              <a:cxnLst/>
              <a:rect l="l" t="t" r="r" b="b"/>
              <a:pathLst>
                <a:path w="1098" h="1098" extrusionOk="0">
                  <a:moveTo>
                    <a:pt x="1" y="1"/>
                  </a:moveTo>
                  <a:lnTo>
                    <a:pt x="1" y="1098"/>
                  </a:lnTo>
                  <a:lnTo>
                    <a:pt x="1097" y="1"/>
                  </a:lnTo>
                  <a:close/>
                </a:path>
              </a:pathLst>
            </a:custGeom>
            <a:solidFill>
              <a:srgbClr val="E1F6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15"/>
            <p:cNvSpPr/>
            <p:nvPr/>
          </p:nvSpPr>
          <p:spPr>
            <a:xfrm>
              <a:off x="2416556" y="2495882"/>
              <a:ext cx="82398" cy="82323"/>
            </a:xfrm>
            <a:custGeom>
              <a:avLst/>
              <a:gdLst/>
              <a:ahLst/>
              <a:cxnLst/>
              <a:rect l="l" t="t" r="r" b="b"/>
              <a:pathLst>
                <a:path w="1097" h="1096" extrusionOk="0">
                  <a:moveTo>
                    <a:pt x="0" y="0"/>
                  </a:moveTo>
                  <a:lnTo>
                    <a:pt x="0" y="1096"/>
                  </a:lnTo>
                  <a:lnTo>
                    <a:pt x="1097" y="1096"/>
                  </a:lnTo>
                  <a:lnTo>
                    <a:pt x="10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15"/>
            <p:cNvSpPr/>
            <p:nvPr/>
          </p:nvSpPr>
          <p:spPr>
            <a:xfrm>
              <a:off x="2416556" y="2495882"/>
              <a:ext cx="82398" cy="82323"/>
            </a:xfrm>
            <a:custGeom>
              <a:avLst/>
              <a:gdLst/>
              <a:ahLst/>
              <a:cxnLst/>
              <a:rect l="l" t="t" r="r" b="b"/>
              <a:pathLst>
                <a:path w="1097" h="1096" extrusionOk="0">
                  <a:moveTo>
                    <a:pt x="0" y="0"/>
                  </a:moveTo>
                  <a:lnTo>
                    <a:pt x="0" y="1096"/>
                  </a:lnTo>
                  <a:lnTo>
                    <a:pt x="1097" y="0"/>
                  </a:lnTo>
                  <a:close/>
                </a:path>
              </a:pathLst>
            </a:custGeom>
            <a:solidFill>
              <a:srgbClr val="E1F6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15"/>
            <p:cNvSpPr/>
            <p:nvPr/>
          </p:nvSpPr>
          <p:spPr>
            <a:xfrm>
              <a:off x="2536362" y="2495882"/>
              <a:ext cx="82398" cy="82323"/>
            </a:xfrm>
            <a:custGeom>
              <a:avLst/>
              <a:gdLst/>
              <a:ahLst/>
              <a:cxnLst/>
              <a:rect l="l" t="t" r="r" b="b"/>
              <a:pathLst>
                <a:path w="1097" h="1096" extrusionOk="0">
                  <a:moveTo>
                    <a:pt x="0" y="0"/>
                  </a:moveTo>
                  <a:lnTo>
                    <a:pt x="0" y="1096"/>
                  </a:lnTo>
                  <a:lnTo>
                    <a:pt x="1096" y="1096"/>
                  </a:lnTo>
                  <a:lnTo>
                    <a:pt x="109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247;p15"/>
            <p:cNvSpPr/>
            <p:nvPr/>
          </p:nvSpPr>
          <p:spPr>
            <a:xfrm>
              <a:off x="2536362" y="2495882"/>
              <a:ext cx="82398" cy="82323"/>
            </a:xfrm>
            <a:custGeom>
              <a:avLst/>
              <a:gdLst/>
              <a:ahLst/>
              <a:cxnLst/>
              <a:rect l="l" t="t" r="r" b="b"/>
              <a:pathLst>
                <a:path w="1097" h="1096" extrusionOk="0">
                  <a:moveTo>
                    <a:pt x="0" y="0"/>
                  </a:moveTo>
                  <a:lnTo>
                    <a:pt x="0" y="1096"/>
                  </a:lnTo>
                  <a:lnTo>
                    <a:pt x="1096" y="0"/>
                  </a:lnTo>
                  <a:close/>
                </a:path>
              </a:pathLst>
            </a:custGeom>
            <a:solidFill>
              <a:srgbClr val="E1F6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15"/>
            <p:cNvSpPr/>
            <p:nvPr/>
          </p:nvSpPr>
          <p:spPr>
            <a:xfrm>
              <a:off x="2656017" y="2495882"/>
              <a:ext cx="82474" cy="82323"/>
            </a:xfrm>
            <a:custGeom>
              <a:avLst/>
              <a:gdLst/>
              <a:ahLst/>
              <a:cxnLst/>
              <a:rect l="l" t="t" r="r" b="b"/>
              <a:pathLst>
                <a:path w="1098" h="1096" extrusionOk="0">
                  <a:moveTo>
                    <a:pt x="0" y="0"/>
                  </a:moveTo>
                  <a:lnTo>
                    <a:pt x="0" y="1096"/>
                  </a:lnTo>
                  <a:lnTo>
                    <a:pt x="1097" y="1096"/>
                  </a:lnTo>
                  <a:lnTo>
                    <a:pt x="10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49;p15"/>
            <p:cNvSpPr/>
            <p:nvPr/>
          </p:nvSpPr>
          <p:spPr>
            <a:xfrm>
              <a:off x="2656092" y="2495882"/>
              <a:ext cx="82398" cy="82323"/>
            </a:xfrm>
            <a:custGeom>
              <a:avLst/>
              <a:gdLst/>
              <a:ahLst/>
              <a:cxnLst/>
              <a:rect l="l" t="t" r="r" b="b"/>
              <a:pathLst>
                <a:path w="1097" h="1096" extrusionOk="0">
                  <a:moveTo>
                    <a:pt x="0" y="0"/>
                  </a:moveTo>
                  <a:lnTo>
                    <a:pt x="0" y="1096"/>
                  </a:lnTo>
                  <a:lnTo>
                    <a:pt x="1096" y="0"/>
                  </a:lnTo>
                  <a:close/>
                </a:path>
              </a:pathLst>
            </a:custGeom>
            <a:solidFill>
              <a:srgbClr val="E1F6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15"/>
            <p:cNvSpPr/>
            <p:nvPr/>
          </p:nvSpPr>
          <p:spPr>
            <a:xfrm>
              <a:off x="2775822" y="2495882"/>
              <a:ext cx="82474" cy="82323"/>
            </a:xfrm>
            <a:custGeom>
              <a:avLst/>
              <a:gdLst/>
              <a:ahLst/>
              <a:cxnLst/>
              <a:rect l="l" t="t" r="r" b="b"/>
              <a:pathLst>
                <a:path w="1098" h="1096" extrusionOk="0">
                  <a:moveTo>
                    <a:pt x="1" y="0"/>
                  </a:moveTo>
                  <a:lnTo>
                    <a:pt x="1" y="1096"/>
                  </a:lnTo>
                  <a:lnTo>
                    <a:pt x="1097" y="1096"/>
                  </a:lnTo>
                  <a:lnTo>
                    <a:pt x="10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15"/>
            <p:cNvSpPr/>
            <p:nvPr/>
          </p:nvSpPr>
          <p:spPr>
            <a:xfrm>
              <a:off x="2775822" y="2495882"/>
              <a:ext cx="82474" cy="82323"/>
            </a:xfrm>
            <a:custGeom>
              <a:avLst/>
              <a:gdLst/>
              <a:ahLst/>
              <a:cxnLst/>
              <a:rect l="l" t="t" r="r" b="b"/>
              <a:pathLst>
                <a:path w="1098" h="1096" extrusionOk="0">
                  <a:moveTo>
                    <a:pt x="1" y="0"/>
                  </a:moveTo>
                  <a:lnTo>
                    <a:pt x="1" y="1096"/>
                  </a:lnTo>
                  <a:lnTo>
                    <a:pt x="1097" y="0"/>
                  </a:lnTo>
                  <a:close/>
                </a:path>
              </a:pathLst>
            </a:custGeom>
            <a:solidFill>
              <a:srgbClr val="E1F6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15"/>
            <p:cNvSpPr/>
            <p:nvPr/>
          </p:nvSpPr>
          <p:spPr>
            <a:xfrm>
              <a:off x="2416556" y="2612607"/>
              <a:ext cx="82398" cy="82398"/>
            </a:xfrm>
            <a:custGeom>
              <a:avLst/>
              <a:gdLst/>
              <a:ahLst/>
              <a:cxnLst/>
              <a:rect l="l" t="t" r="r" b="b"/>
              <a:pathLst>
                <a:path w="1097" h="1097" extrusionOk="0">
                  <a:moveTo>
                    <a:pt x="0" y="0"/>
                  </a:moveTo>
                  <a:lnTo>
                    <a:pt x="0" y="1096"/>
                  </a:lnTo>
                  <a:lnTo>
                    <a:pt x="1097" y="1096"/>
                  </a:lnTo>
                  <a:lnTo>
                    <a:pt x="10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253;p15"/>
            <p:cNvSpPr/>
            <p:nvPr/>
          </p:nvSpPr>
          <p:spPr>
            <a:xfrm>
              <a:off x="2416556" y="2612607"/>
              <a:ext cx="82398" cy="82398"/>
            </a:xfrm>
            <a:custGeom>
              <a:avLst/>
              <a:gdLst/>
              <a:ahLst/>
              <a:cxnLst/>
              <a:rect l="l" t="t" r="r" b="b"/>
              <a:pathLst>
                <a:path w="1097" h="1097" extrusionOk="0">
                  <a:moveTo>
                    <a:pt x="0" y="0"/>
                  </a:moveTo>
                  <a:lnTo>
                    <a:pt x="0" y="1096"/>
                  </a:lnTo>
                  <a:lnTo>
                    <a:pt x="1097" y="0"/>
                  </a:lnTo>
                  <a:close/>
                </a:path>
              </a:pathLst>
            </a:custGeom>
            <a:solidFill>
              <a:srgbClr val="E1F6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15"/>
            <p:cNvSpPr/>
            <p:nvPr/>
          </p:nvSpPr>
          <p:spPr>
            <a:xfrm>
              <a:off x="2536362" y="2612607"/>
              <a:ext cx="82398" cy="82398"/>
            </a:xfrm>
            <a:custGeom>
              <a:avLst/>
              <a:gdLst/>
              <a:ahLst/>
              <a:cxnLst/>
              <a:rect l="l" t="t" r="r" b="b"/>
              <a:pathLst>
                <a:path w="1097" h="1097" extrusionOk="0">
                  <a:moveTo>
                    <a:pt x="0" y="0"/>
                  </a:moveTo>
                  <a:lnTo>
                    <a:pt x="0" y="1096"/>
                  </a:lnTo>
                  <a:lnTo>
                    <a:pt x="1096" y="1096"/>
                  </a:lnTo>
                  <a:lnTo>
                    <a:pt x="109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55;p15"/>
            <p:cNvSpPr/>
            <p:nvPr/>
          </p:nvSpPr>
          <p:spPr>
            <a:xfrm>
              <a:off x="2536362" y="2612607"/>
              <a:ext cx="82398" cy="82398"/>
            </a:xfrm>
            <a:custGeom>
              <a:avLst/>
              <a:gdLst/>
              <a:ahLst/>
              <a:cxnLst/>
              <a:rect l="l" t="t" r="r" b="b"/>
              <a:pathLst>
                <a:path w="1097" h="1097" extrusionOk="0">
                  <a:moveTo>
                    <a:pt x="0" y="0"/>
                  </a:moveTo>
                  <a:lnTo>
                    <a:pt x="0" y="1096"/>
                  </a:lnTo>
                  <a:lnTo>
                    <a:pt x="1096" y="0"/>
                  </a:lnTo>
                  <a:close/>
                </a:path>
              </a:pathLst>
            </a:custGeom>
            <a:solidFill>
              <a:srgbClr val="E1F6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56;p15"/>
            <p:cNvSpPr/>
            <p:nvPr/>
          </p:nvSpPr>
          <p:spPr>
            <a:xfrm>
              <a:off x="2656017" y="2612607"/>
              <a:ext cx="82474" cy="82398"/>
            </a:xfrm>
            <a:custGeom>
              <a:avLst/>
              <a:gdLst/>
              <a:ahLst/>
              <a:cxnLst/>
              <a:rect l="l" t="t" r="r" b="b"/>
              <a:pathLst>
                <a:path w="1098" h="1097" extrusionOk="0">
                  <a:moveTo>
                    <a:pt x="0" y="0"/>
                  </a:moveTo>
                  <a:lnTo>
                    <a:pt x="0" y="1096"/>
                  </a:lnTo>
                  <a:lnTo>
                    <a:pt x="1097" y="1096"/>
                  </a:lnTo>
                  <a:lnTo>
                    <a:pt x="10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57;p15"/>
            <p:cNvSpPr/>
            <p:nvPr/>
          </p:nvSpPr>
          <p:spPr>
            <a:xfrm>
              <a:off x="2656092" y="2612607"/>
              <a:ext cx="82398" cy="82398"/>
            </a:xfrm>
            <a:custGeom>
              <a:avLst/>
              <a:gdLst/>
              <a:ahLst/>
              <a:cxnLst/>
              <a:rect l="l" t="t" r="r" b="b"/>
              <a:pathLst>
                <a:path w="1097" h="1097" extrusionOk="0">
                  <a:moveTo>
                    <a:pt x="0" y="0"/>
                  </a:moveTo>
                  <a:lnTo>
                    <a:pt x="0" y="1096"/>
                  </a:lnTo>
                  <a:lnTo>
                    <a:pt x="1096" y="0"/>
                  </a:lnTo>
                  <a:close/>
                </a:path>
              </a:pathLst>
            </a:custGeom>
            <a:solidFill>
              <a:srgbClr val="E1F6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258;p15"/>
            <p:cNvSpPr/>
            <p:nvPr/>
          </p:nvSpPr>
          <p:spPr>
            <a:xfrm>
              <a:off x="2775822" y="2612607"/>
              <a:ext cx="82474" cy="82398"/>
            </a:xfrm>
            <a:custGeom>
              <a:avLst/>
              <a:gdLst/>
              <a:ahLst/>
              <a:cxnLst/>
              <a:rect l="l" t="t" r="r" b="b"/>
              <a:pathLst>
                <a:path w="1098" h="1097" extrusionOk="0">
                  <a:moveTo>
                    <a:pt x="1" y="0"/>
                  </a:moveTo>
                  <a:lnTo>
                    <a:pt x="1" y="1096"/>
                  </a:lnTo>
                  <a:lnTo>
                    <a:pt x="1097" y="1096"/>
                  </a:lnTo>
                  <a:lnTo>
                    <a:pt x="10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59;p15"/>
            <p:cNvSpPr/>
            <p:nvPr/>
          </p:nvSpPr>
          <p:spPr>
            <a:xfrm>
              <a:off x="2775822" y="2612607"/>
              <a:ext cx="82474" cy="82398"/>
            </a:xfrm>
            <a:custGeom>
              <a:avLst/>
              <a:gdLst/>
              <a:ahLst/>
              <a:cxnLst/>
              <a:rect l="l" t="t" r="r" b="b"/>
              <a:pathLst>
                <a:path w="1098" h="1097" extrusionOk="0">
                  <a:moveTo>
                    <a:pt x="1" y="0"/>
                  </a:moveTo>
                  <a:lnTo>
                    <a:pt x="1" y="1096"/>
                  </a:lnTo>
                  <a:lnTo>
                    <a:pt x="1097" y="0"/>
                  </a:lnTo>
                  <a:close/>
                </a:path>
              </a:pathLst>
            </a:custGeom>
            <a:solidFill>
              <a:srgbClr val="E1F6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60;p15"/>
            <p:cNvSpPr/>
            <p:nvPr/>
          </p:nvSpPr>
          <p:spPr>
            <a:xfrm>
              <a:off x="2416556" y="2729331"/>
              <a:ext cx="82398" cy="82398"/>
            </a:xfrm>
            <a:custGeom>
              <a:avLst/>
              <a:gdLst/>
              <a:ahLst/>
              <a:cxnLst/>
              <a:rect l="l" t="t" r="r" b="b"/>
              <a:pathLst>
                <a:path w="1097" h="1097" extrusionOk="0">
                  <a:moveTo>
                    <a:pt x="0" y="1"/>
                  </a:moveTo>
                  <a:lnTo>
                    <a:pt x="0" y="1096"/>
                  </a:lnTo>
                  <a:lnTo>
                    <a:pt x="1097" y="1096"/>
                  </a:lnTo>
                  <a:lnTo>
                    <a:pt x="109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15"/>
            <p:cNvSpPr/>
            <p:nvPr/>
          </p:nvSpPr>
          <p:spPr>
            <a:xfrm>
              <a:off x="2416556" y="2729331"/>
              <a:ext cx="82398" cy="82398"/>
            </a:xfrm>
            <a:custGeom>
              <a:avLst/>
              <a:gdLst/>
              <a:ahLst/>
              <a:cxnLst/>
              <a:rect l="l" t="t" r="r" b="b"/>
              <a:pathLst>
                <a:path w="1097" h="1097" extrusionOk="0">
                  <a:moveTo>
                    <a:pt x="0" y="1"/>
                  </a:moveTo>
                  <a:lnTo>
                    <a:pt x="0" y="1096"/>
                  </a:lnTo>
                  <a:lnTo>
                    <a:pt x="1097" y="1"/>
                  </a:lnTo>
                  <a:close/>
                </a:path>
              </a:pathLst>
            </a:custGeom>
            <a:solidFill>
              <a:srgbClr val="E1F6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15"/>
            <p:cNvSpPr/>
            <p:nvPr/>
          </p:nvSpPr>
          <p:spPr>
            <a:xfrm>
              <a:off x="2536362" y="2729331"/>
              <a:ext cx="82398" cy="82398"/>
            </a:xfrm>
            <a:custGeom>
              <a:avLst/>
              <a:gdLst/>
              <a:ahLst/>
              <a:cxnLst/>
              <a:rect l="l" t="t" r="r" b="b"/>
              <a:pathLst>
                <a:path w="1097" h="1097" extrusionOk="0">
                  <a:moveTo>
                    <a:pt x="0" y="1"/>
                  </a:moveTo>
                  <a:lnTo>
                    <a:pt x="0" y="1096"/>
                  </a:lnTo>
                  <a:lnTo>
                    <a:pt x="1096" y="1096"/>
                  </a:lnTo>
                  <a:lnTo>
                    <a:pt x="109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15"/>
            <p:cNvSpPr/>
            <p:nvPr/>
          </p:nvSpPr>
          <p:spPr>
            <a:xfrm>
              <a:off x="2536362" y="2729331"/>
              <a:ext cx="82398" cy="82398"/>
            </a:xfrm>
            <a:custGeom>
              <a:avLst/>
              <a:gdLst/>
              <a:ahLst/>
              <a:cxnLst/>
              <a:rect l="l" t="t" r="r" b="b"/>
              <a:pathLst>
                <a:path w="1097" h="1097" extrusionOk="0">
                  <a:moveTo>
                    <a:pt x="0" y="1"/>
                  </a:moveTo>
                  <a:lnTo>
                    <a:pt x="0" y="1096"/>
                  </a:lnTo>
                  <a:lnTo>
                    <a:pt x="1096" y="1"/>
                  </a:lnTo>
                  <a:close/>
                </a:path>
              </a:pathLst>
            </a:custGeom>
            <a:solidFill>
              <a:srgbClr val="E1F6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15"/>
            <p:cNvSpPr/>
            <p:nvPr/>
          </p:nvSpPr>
          <p:spPr>
            <a:xfrm>
              <a:off x="2656017" y="2729331"/>
              <a:ext cx="82474" cy="82398"/>
            </a:xfrm>
            <a:custGeom>
              <a:avLst/>
              <a:gdLst/>
              <a:ahLst/>
              <a:cxnLst/>
              <a:rect l="l" t="t" r="r" b="b"/>
              <a:pathLst>
                <a:path w="1098" h="1097" extrusionOk="0">
                  <a:moveTo>
                    <a:pt x="0" y="1"/>
                  </a:moveTo>
                  <a:lnTo>
                    <a:pt x="0" y="1096"/>
                  </a:lnTo>
                  <a:lnTo>
                    <a:pt x="1097" y="1096"/>
                  </a:lnTo>
                  <a:lnTo>
                    <a:pt x="109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15"/>
            <p:cNvSpPr/>
            <p:nvPr/>
          </p:nvSpPr>
          <p:spPr>
            <a:xfrm>
              <a:off x="2656092" y="2729331"/>
              <a:ext cx="82398" cy="82398"/>
            </a:xfrm>
            <a:custGeom>
              <a:avLst/>
              <a:gdLst/>
              <a:ahLst/>
              <a:cxnLst/>
              <a:rect l="l" t="t" r="r" b="b"/>
              <a:pathLst>
                <a:path w="1097" h="1097" extrusionOk="0">
                  <a:moveTo>
                    <a:pt x="0" y="1"/>
                  </a:moveTo>
                  <a:lnTo>
                    <a:pt x="0" y="1096"/>
                  </a:lnTo>
                  <a:lnTo>
                    <a:pt x="1096" y="1"/>
                  </a:lnTo>
                  <a:close/>
                </a:path>
              </a:pathLst>
            </a:custGeom>
            <a:solidFill>
              <a:srgbClr val="E1F6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15"/>
            <p:cNvSpPr/>
            <p:nvPr/>
          </p:nvSpPr>
          <p:spPr>
            <a:xfrm>
              <a:off x="2775822" y="2729331"/>
              <a:ext cx="82474" cy="82398"/>
            </a:xfrm>
            <a:custGeom>
              <a:avLst/>
              <a:gdLst/>
              <a:ahLst/>
              <a:cxnLst/>
              <a:rect l="l" t="t" r="r" b="b"/>
              <a:pathLst>
                <a:path w="1098" h="1097" extrusionOk="0">
                  <a:moveTo>
                    <a:pt x="1" y="1"/>
                  </a:moveTo>
                  <a:lnTo>
                    <a:pt x="1" y="1096"/>
                  </a:lnTo>
                  <a:lnTo>
                    <a:pt x="1097" y="1096"/>
                  </a:lnTo>
                  <a:lnTo>
                    <a:pt x="109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15"/>
            <p:cNvSpPr/>
            <p:nvPr/>
          </p:nvSpPr>
          <p:spPr>
            <a:xfrm>
              <a:off x="2775822" y="2729331"/>
              <a:ext cx="82474" cy="82398"/>
            </a:xfrm>
            <a:custGeom>
              <a:avLst/>
              <a:gdLst/>
              <a:ahLst/>
              <a:cxnLst/>
              <a:rect l="l" t="t" r="r" b="b"/>
              <a:pathLst>
                <a:path w="1098" h="1097" extrusionOk="0">
                  <a:moveTo>
                    <a:pt x="1" y="1"/>
                  </a:moveTo>
                  <a:lnTo>
                    <a:pt x="1" y="1096"/>
                  </a:lnTo>
                  <a:lnTo>
                    <a:pt x="1097" y="1"/>
                  </a:lnTo>
                  <a:close/>
                </a:path>
              </a:pathLst>
            </a:custGeom>
            <a:solidFill>
              <a:srgbClr val="E1F6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15"/>
            <p:cNvSpPr/>
            <p:nvPr/>
          </p:nvSpPr>
          <p:spPr>
            <a:xfrm>
              <a:off x="2416556" y="2845980"/>
              <a:ext cx="82398" cy="82398"/>
            </a:xfrm>
            <a:custGeom>
              <a:avLst/>
              <a:gdLst/>
              <a:ahLst/>
              <a:cxnLst/>
              <a:rect l="l" t="t" r="r" b="b"/>
              <a:pathLst>
                <a:path w="1097" h="1097" extrusionOk="0">
                  <a:moveTo>
                    <a:pt x="0" y="1"/>
                  </a:moveTo>
                  <a:lnTo>
                    <a:pt x="0" y="1097"/>
                  </a:lnTo>
                  <a:lnTo>
                    <a:pt x="1097" y="1097"/>
                  </a:lnTo>
                  <a:lnTo>
                    <a:pt x="109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15"/>
            <p:cNvSpPr/>
            <p:nvPr/>
          </p:nvSpPr>
          <p:spPr>
            <a:xfrm>
              <a:off x="2416556" y="2845980"/>
              <a:ext cx="82398" cy="82474"/>
            </a:xfrm>
            <a:custGeom>
              <a:avLst/>
              <a:gdLst/>
              <a:ahLst/>
              <a:cxnLst/>
              <a:rect l="l" t="t" r="r" b="b"/>
              <a:pathLst>
                <a:path w="1097" h="1098" extrusionOk="0">
                  <a:moveTo>
                    <a:pt x="0" y="1"/>
                  </a:moveTo>
                  <a:lnTo>
                    <a:pt x="0" y="1098"/>
                  </a:lnTo>
                  <a:lnTo>
                    <a:pt x="1097" y="1"/>
                  </a:lnTo>
                  <a:close/>
                </a:path>
              </a:pathLst>
            </a:custGeom>
            <a:solidFill>
              <a:srgbClr val="E1F6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15"/>
            <p:cNvSpPr/>
            <p:nvPr/>
          </p:nvSpPr>
          <p:spPr>
            <a:xfrm>
              <a:off x="2536362" y="2845980"/>
              <a:ext cx="82398" cy="82398"/>
            </a:xfrm>
            <a:custGeom>
              <a:avLst/>
              <a:gdLst/>
              <a:ahLst/>
              <a:cxnLst/>
              <a:rect l="l" t="t" r="r" b="b"/>
              <a:pathLst>
                <a:path w="1097" h="1097" extrusionOk="0">
                  <a:moveTo>
                    <a:pt x="0" y="1"/>
                  </a:moveTo>
                  <a:lnTo>
                    <a:pt x="0" y="1097"/>
                  </a:lnTo>
                  <a:lnTo>
                    <a:pt x="1096" y="1097"/>
                  </a:lnTo>
                  <a:lnTo>
                    <a:pt x="109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271;p15"/>
            <p:cNvSpPr/>
            <p:nvPr/>
          </p:nvSpPr>
          <p:spPr>
            <a:xfrm>
              <a:off x="2536362" y="2845980"/>
              <a:ext cx="82398" cy="82474"/>
            </a:xfrm>
            <a:custGeom>
              <a:avLst/>
              <a:gdLst/>
              <a:ahLst/>
              <a:cxnLst/>
              <a:rect l="l" t="t" r="r" b="b"/>
              <a:pathLst>
                <a:path w="1097" h="1098" extrusionOk="0">
                  <a:moveTo>
                    <a:pt x="0" y="1"/>
                  </a:moveTo>
                  <a:lnTo>
                    <a:pt x="0" y="1098"/>
                  </a:lnTo>
                  <a:lnTo>
                    <a:pt x="1096" y="1"/>
                  </a:lnTo>
                  <a:close/>
                </a:path>
              </a:pathLst>
            </a:custGeom>
            <a:solidFill>
              <a:srgbClr val="E1F6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272;p15"/>
            <p:cNvSpPr/>
            <p:nvPr/>
          </p:nvSpPr>
          <p:spPr>
            <a:xfrm>
              <a:off x="2656017" y="2845980"/>
              <a:ext cx="82474" cy="82398"/>
            </a:xfrm>
            <a:custGeom>
              <a:avLst/>
              <a:gdLst/>
              <a:ahLst/>
              <a:cxnLst/>
              <a:rect l="l" t="t" r="r" b="b"/>
              <a:pathLst>
                <a:path w="1098" h="1097" extrusionOk="0">
                  <a:moveTo>
                    <a:pt x="0" y="1"/>
                  </a:moveTo>
                  <a:lnTo>
                    <a:pt x="0" y="1097"/>
                  </a:lnTo>
                  <a:lnTo>
                    <a:pt x="1097" y="1097"/>
                  </a:lnTo>
                  <a:lnTo>
                    <a:pt x="109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15"/>
            <p:cNvSpPr/>
            <p:nvPr/>
          </p:nvSpPr>
          <p:spPr>
            <a:xfrm>
              <a:off x="2656092" y="2845980"/>
              <a:ext cx="82398" cy="82474"/>
            </a:xfrm>
            <a:custGeom>
              <a:avLst/>
              <a:gdLst/>
              <a:ahLst/>
              <a:cxnLst/>
              <a:rect l="l" t="t" r="r" b="b"/>
              <a:pathLst>
                <a:path w="1097" h="1098" extrusionOk="0">
                  <a:moveTo>
                    <a:pt x="0" y="1"/>
                  </a:moveTo>
                  <a:lnTo>
                    <a:pt x="0" y="1098"/>
                  </a:lnTo>
                  <a:lnTo>
                    <a:pt x="1096" y="1"/>
                  </a:lnTo>
                  <a:close/>
                </a:path>
              </a:pathLst>
            </a:custGeom>
            <a:solidFill>
              <a:srgbClr val="E1F6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15"/>
            <p:cNvSpPr/>
            <p:nvPr/>
          </p:nvSpPr>
          <p:spPr>
            <a:xfrm>
              <a:off x="2775822" y="2845980"/>
              <a:ext cx="82474" cy="82398"/>
            </a:xfrm>
            <a:custGeom>
              <a:avLst/>
              <a:gdLst/>
              <a:ahLst/>
              <a:cxnLst/>
              <a:rect l="l" t="t" r="r" b="b"/>
              <a:pathLst>
                <a:path w="1098" h="1097" extrusionOk="0">
                  <a:moveTo>
                    <a:pt x="1" y="1"/>
                  </a:moveTo>
                  <a:lnTo>
                    <a:pt x="1" y="1097"/>
                  </a:lnTo>
                  <a:lnTo>
                    <a:pt x="1097" y="1097"/>
                  </a:lnTo>
                  <a:lnTo>
                    <a:pt x="109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15"/>
            <p:cNvSpPr/>
            <p:nvPr/>
          </p:nvSpPr>
          <p:spPr>
            <a:xfrm>
              <a:off x="2775822" y="2845980"/>
              <a:ext cx="82474" cy="82474"/>
            </a:xfrm>
            <a:custGeom>
              <a:avLst/>
              <a:gdLst/>
              <a:ahLst/>
              <a:cxnLst/>
              <a:rect l="l" t="t" r="r" b="b"/>
              <a:pathLst>
                <a:path w="1098" h="1098" extrusionOk="0">
                  <a:moveTo>
                    <a:pt x="1" y="1"/>
                  </a:moveTo>
                  <a:lnTo>
                    <a:pt x="1" y="1098"/>
                  </a:lnTo>
                  <a:lnTo>
                    <a:pt x="1097" y="1"/>
                  </a:lnTo>
                  <a:close/>
                </a:path>
              </a:pathLst>
            </a:custGeom>
            <a:solidFill>
              <a:srgbClr val="E1F6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15"/>
            <p:cNvSpPr/>
            <p:nvPr/>
          </p:nvSpPr>
          <p:spPr>
            <a:xfrm>
              <a:off x="680767" y="3478274"/>
              <a:ext cx="3912610" cy="58663"/>
            </a:xfrm>
            <a:custGeom>
              <a:avLst/>
              <a:gdLst/>
              <a:ahLst/>
              <a:cxnLst/>
              <a:rect l="l" t="t" r="r" b="b"/>
              <a:pathLst>
                <a:path w="52090" h="781" extrusionOk="0">
                  <a:moveTo>
                    <a:pt x="0" y="1"/>
                  </a:moveTo>
                  <a:cubicBezTo>
                    <a:pt x="121" y="262"/>
                    <a:pt x="246" y="522"/>
                    <a:pt x="374" y="780"/>
                  </a:cubicBezTo>
                  <a:lnTo>
                    <a:pt x="51716" y="780"/>
                  </a:lnTo>
                  <a:cubicBezTo>
                    <a:pt x="51844" y="522"/>
                    <a:pt x="51970" y="262"/>
                    <a:pt x="52090" y="1"/>
                  </a:cubicBezTo>
                  <a:close/>
                </a:path>
              </a:pathLst>
            </a:custGeom>
            <a:solidFill>
              <a:srgbClr val="8997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15"/>
            <p:cNvSpPr/>
            <p:nvPr/>
          </p:nvSpPr>
          <p:spPr>
            <a:xfrm>
              <a:off x="790883" y="3687311"/>
              <a:ext cx="3692380" cy="67151"/>
            </a:xfrm>
            <a:custGeom>
              <a:avLst/>
              <a:gdLst/>
              <a:ahLst/>
              <a:cxnLst/>
              <a:rect l="l" t="t" r="r" b="b"/>
              <a:pathLst>
                <a:path w="49158" h="894" extrusionOk="0">
                  <a:moveTo>
                    <a:pt x="1" y="1"/>
                  </a:moveTo>
                  <a:cubicBezTo>
                    <a:pt x="181" y="302"/>
                    <a:pt x="366" y="600"/>
                    <a:pt x="558" y="894"/>
                  </a:cubicBezTo>
                  <a:lnTo>
                    <a:pt x="48602" y="894"/>
                  </a:lnTo>
                  <a:cubicBezTo>
                    <a:pt x="48792" y="599"/>
                    <a:pt x="48978" y="300"/>
                    <a:pt x="49158" y="1"/>
                  </a:cubicBezTo>
                  <a:close/>
                </a:path>
              </a:pathLst>
            </a:custGeom>
            <a:solidFill>
              <a:srgbClr val="8997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278;p15"/>
            <p:cNvSpPr/>
            <p:nvPr/>
          </p:nvSpPr>
          <p:spPr>
            <a:xfrm>
              <a:off x="1207160" y="4190938"/>
              <a:ext cx="2860059" cy="42964"/>
            </a:xfrm>
            <a:custGeom>
              <a:avLst/>
              <a:gdLst/>
              <a:ahLst/>
              <a:cxnLst/>
              <a:rect l="l" t="t" r="r" b="b"/>
              <a:pathLst>
                <a:path w="38077" h="572" extrusionOk="0">
                  <a:moveTo>
                    <a:pt x="0" y="1"/>
                  </a:moveTo>
                  <a:cubicBezTo>
                    <a:pt x="218" y="194"/>
                    <a:pt x="438" y="384"/>
                    <a:pt x="660" y="572"/>
                  </a:cubicBezTo>
                  <a:lnTo>
                    <a:pt x="37416" y="572"/>
                  </a:lnTo>
                  <a:cubicBezTo>
                    <a:pt x="37638" y="384"/>
                    <a:pt x="37858" y="194"/>
                    <a:pt x="38076" y="1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279;p15"/>
            <p:cNvSpPr/>
            <p:nvPr/>
          </p:nvSpPr>
          <p:spPr>
            <a:xfrm>
              <a:off x="1181922" y="3927069"/>
              <a:ext cx="545167" cy="37406"/>
            </a:xfrm>
            <a:custGeom>
              <a:avLst/>
              <a:gdLst/>
              <a:ahLst/>
              <a:cxnLst/>
              <a:rect l="l" t="t" r="r" b="b"/>
              <a:pathLst>
                <a:path w="7258" h="498" extrusionOk="0">
                  <a:moveTo>
                    <a:pt x="249" y="1"/>
                  </a:moveTo>
                  <a:cubicBezTo>
                    <a:pt x="112" y="1"/>
                    <a:pt x="1" y="111"/>
                    <a:pt x="1" y="249"/>
                  </a:cubicBezTo>
                  <a:cubicBezTo>
                    <a:pt x="1" y="386"/>
                    <a:pt x="112" y="497"/>
                    <a:pt x="249" y="497"/>
                  </a:cubicBezTo>
                  <a:lnTo>
                    <a:pt x="7008" y="497"/>
                  </a:lnTo>
                  <a:cubicBezTo>
                    <a:pt x="7146" y="497"/>
                    <a:pt x="7257" y="386"/>
                    <a:pt x="7257" y="249"/>
                  </a:cubicBezTo>
                  <a:cubicBezTo>
                    <a:pt x="7257" y="111"/>
                    <a:pt x="7146" y="1"/>
                    <a:pt x="700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280;p15"/>
            <p:cNvSpPr/>
            <p:nvPr/>
          </p:nvSpPr>
          <p:spPr>
            <a:xfrm>
              <a:off x="1970309" y="3927069"/>
              <a:ext cx="545016" cy="37406"/>
            </a:xfrm>
            <a:custGeom>
              <a:avLst/>
              <a:gdLst/>
              <a:ahLst/>
              <a:cxnLst/>
              <a:rect l="l" t="t" r="r" b="b"/>
              <a:pathLst>
                <a:path w="7256" h="498" extrusionOk="0">
                  <a:moveTo>
                    <a:pt x="249" y="1"/>
                  </a:moveTo>
                  <a:cubicBezTo>
                    <a:pt x="112" y="1"/>
                    <a:pt x="0" y="111"/>
                    <a:pt x="0" y="249"/>
                  </a:cubicBezTo>
                  <a:cubicBezTo>
                    <a:pt x="0" y="386"/>
                    <a:pt x="112" y="497"/>
                    <a:pt x="249" y="497"/>
                  </a:cubicBezTo>
                  <a:lnTo>
                    <a:pt x="7008" y="497"/>
                  </a:lnTo>
                  <a:cubicBezTo>
                    <a:pt x="7145" y="497"/>
                    <a:pt x="7256" y="386"/>
                    <a:pt x="7256" y="249"/>
                  </a:cubicBezTo>
                  <a:cubicBezTo>
                    <a:pt x="7256" y="111"/>
                    <a:pt x="7146" y="1"/>
                    <a:pt x="700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81;p15"/>
            <p:cNvSpPr/>
            <p:nvPr/>
          </p:nvSpPr>
          <p:spPr>
            <a:xfrm>
              <a:off x="2758772" y="3927069"/>
              <a:ext cx="545016" cy="37406"/>
            </a:xfrm>
            <a:custGeom>
              <a:avLst/>
              <a:gdLst/>
              <a:ahLst/>
              <a:cxnLst/>
              <a:rect l="l" t="t" r="r" b="b"/>
              <a:pathLst>
                <a:path w="7256" h="498" extrusionOk="0">
                  <a:moveTo>
                    <a:pt x="248" y="1"/>
                  </a:moveTo>
                  <a:cubicBezTo>
                    <a:pt x="111" y="1"/>
                    <a:pt x="0" y="111"/>
                    <a:pt x="0" y="249"/>
                  </a:cubicBezTo>
                  <a:cubicBezTo>
                    <a:pt x="0" y="386"/>
                    <a:pt x="112" y="497"/>
                    <a:pt x="248" y="497"/>
                  </a:cubicBezTo>
                  <a:lnTo>
                    <a:pt x="7008" y="497"/>
                  </a:lnTo>
                  <a:cubicBezTo>
                    <a:pt x="7144" y="497"/>
                    <a:pt x="7256" y="386"/>
                    <a:pt x="7256" y="249"/>
                  </a:cubicBezTo>
                  <a:cubicBezTo>
                    <a:pt x="7256" y="111"/>
                    <a:pt x="7144" y="1"/>
                    <a:pt x="700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15"/>
            <p:cNvSpPr/>
            <p:nvPr/>
          </p:nvSpPr>
          <p:spPr>
            <a:xfrm>
              <a:off x="3547084" y="3927069"/>
              <a:ext cx="545091" cy="37406"/>
            </a:xfrm>
            <a:custGeom>
              <a:avLst/>
              <a:gdLst/>
              <a:ahLst/>
              <a:cxnLst/>
              <a:rect l="l" t="t" r="r" b="b"/>
              <a:pathLst>
                <a:path w="7257" h="498" extrusionOk="0">
                  <a:moveTo>
                    <a:pt x="249" y="1"/>
                  </a:moveTo>
                  <a:cubicBezTo>
                    <a:pt x="112" y="1"/>
                    <a:pt x="0" y="111"/>
                    <a:pt x="0" y="249"/>
                  </a:cubicBezTo>
                  <a:cubicBezTo>
                    <a:pt x="0" y="386"/>
                    <a:pt x="112" y="497"/>
                    <a:pt x="249" y="497"/>
                  </a:cubicBezTo>
                  <a:lnTo>
                    <a:pt x="7008" y="497"/>
                  </a:lnTo>
                  <a:cubicBezTo>
                    <a:pt x="7145" y="497"/>
                    <a:pt x="7257" y="386"/>
                    <a:pt x="7257" y="249"/>
                  </a:cubicBezTo>
                  <a:cubicBezTo>
                    <a:pt x="7257" y="111"/>
                    <a:pt x="7146" y="1"/>
                    <a:pt x="700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283;p15"/>
            <p:cNvSpPr/>
            <p:nvPr/>
          </p:nvSpPr>
          <p:spPr>
            <a:xfrm>
              <a:off x="3547234" y="4460441"/>
              <a:ext cx="143840" cy="37331"/>
            </a:xfrm>
            <a:custGeom>
              <a:avLst/>
              <a:gdLst/>
              <a:ahLst/>
              <a:cxnLst/>
              <a:rect l="l" t="t" r="r" b="b"/>
              <a:pathLst>
                <a:path w="1915" h="497" extrusionOk="0">
                  <a:moveTo>
                    <a:pt x="248" y="1"/>
                  </a:moveTo>
                  <a:cubicBezTo>
                    <a:pt x="111" y="1"/>
                    <a:pt x="0" y="111"/>
                    <a:pt x="0" y="249"/>
                  </a:cubicBezTo>
                  <a:cubicBezTo>
                    <a:pt x="0" y="386"/>
                    <a:pt x="111" y="496"/>
                    <a:pt x="248" y="496"/>
                  </a:cubicBezTo>
                  <a:lnTo>
                    <a:pt x="999" y="496"/>
                  </a:lnTo>
                  <a:cubicBezTo>
                    <a:pt x="1307" y="337"/>
                    <a:pt x="1613" y="172"/>
                    <a:pt x="1915" y="2"/>
                  </a:cubicBezTo>
                  <a:lnTo>
                    <a:pt x="248" y="2"/>
                  </a:lnTo>
                  <a:lnTo>
                    <a:pt x="24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284;p15"/>
            <p:cNvSpPr/>
            <p:nvPr/>
          </p:nvSpPr>
          <p:spPr>
            <a:xfrm>
              <a:off x="2758772" y="4460291"/>
              <a:ext cx="545016" cy="37406"/>
            </a:xfrm>
            <a:custGeom>
              <a:avLst/>
              <a:gdLst/>
              <a:ahLst/>
              <a:cxnLst/>
              <a:rect l="l" t="t" r="r" b="b"/>
              <a:pathLst>
                <a:path w="7256" h="498" extrusionOk="0">
                  <a:moveTo>
                    <a:pt x="248" y="1"/>
                  </a:moveTo>
                  <a:cubicBezTo>
                    <a:pt x="112" y="1"/>
                    <a:pt x="0" y="112"/>
                    <a:pt x="0" y="249"/>
                  </a:cubicBezTo>
                  <a:cubicBezTo>
                    <a:pt x="0" y="387"/>
                    <a:pt x="111" y="497"/>
                    <a:pt x="248" y="497"/>
                  </a:cubicBezTo>
                  <a:lnTo>
                    <a:pt x="7008" y="497"/>
                  </a:lnTo>
                  <a:cubicBezTo>
                    <a:pt x="7144" y="497"/>
                    <a:pt x="7256" y="387"/>
                    <a:pt x="7256" y="249"/>
                  </a:cubicBezTo>
                  <a:cubicBezTo>
                    <a:pt x="7256" y="112"/>
                    <a:pt x="7144" y="1"/>
                    <a:pt x="700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85;p15"/>
            <p:cNvSpPr/>
            <p:nvPr/>
          </p:nvSpPr>
          <p:spPr>
            <a:xfrm>
              <a:off x="1583176" y="4460291"/>
              <a:ext cx="143916" cy="37331"/>
            </a:xfrm>
            <a:custGeom>
              <a:avLst/>
              <a:gdLst/>
              <a:ahLst/>
              <a:cxnLst/>
              <a:rect l="l" t="t" r="r" b="b"/>
              <a:pathLst>
                <a:path w="1916" h="497" extrusionOk="0">
                  <a:moveTo>
                    <a:pt x="1" y="1"/>
                  </a:moveTo>
                  <a:cubicBezTo>
                    <a:pt x="301" y="172"/>
                    <a:pt x="607" y="336"/>
                    <a:pt x="915" y="496"/>
                  </a:cubicBezTo>
                  <a:lnTo>
                    <a:pt x="1666" y="496"/>
                  </a:lnTo>
                  <a:cubicBezTo>
                    <a:pt x="1667" y="496"/>
                    <a:pt x="1668" y="496"/>
                    <a:pt x="1668" y="496"/>
                  </a:cubicBezTo>
                  <a:cubicBezTo>
                    <a:pt x="1805" y="496"/>
                    <a:pt x="1915" y="386"/>
                    <a:pt x="1915" y="249"/>
                  </a:cubicBezTo>
                  <a:cubicBezTo>
                    <a:pt x="1915" y="112"/>
                    <a:pt x="1804" y="1"/>
                    <a:pt x="16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286;p15"/>
            <p:cNvSpPr/>
            <p:nvPr/>
          </p:nvSpPr>
          <p:spPr>
            <a:xfrm>
              <a:off x="1970384" y="4460441"/>
              <a:ext cx="545091" cy="37331"/>
            </a:xfrm>
            <a:custGeom>
              <a:avLst/>
              <a:gdLst/>
              <a:ahLst/>
              <a:cxnLst/>
              <a:rect l="l" t="t" r="r" b="b"/>
              <a:pathLst>
                <a:path w="7257" h="497" extrusionOk="0">
                  <a:moveTo>
                    <a:pt x="249" y="1"/>
                  </a:moveTo>
                  <a:cubicBezTo>
                    <a:pt x="112" y="1"/>
                    <a:pt x="0" y="111"/>
                    <a:pt x="0" y="249"/>
                  </a:cubicBezTo>
                  <a:cubicBezTo>
                    <a:pt x="0" y="386"/>
                    <a:pt x="112" y="496"/>
                    <a:pt x="249" y="496"/>
                  </a:cubicBezTo>
                  <a:lnTo>
                    <a:pt x="7008" y="496"/>
                  </a:lnTo>
                  <a:cubicBezTo>
                    <a:pt x="7145" y="496"/>
                    <a:pt x="7257" y="386"/>
                    <a:pt x="7257" y="249"/>
                  </a:cubicBezTo>
                  <a:cubicBezTo>
                    <a:pt x="7255" y="110"/>
                    <a:pt x="7145" y="1"/>
                    <a:pt x="700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287;p15"/>
            <p:cNvSpPr/>
            <p:nvPr/>
          </p:nvSpPr>
          <p:spPr>
            <a:xfrm>
              <a:off x="858935" y="3520187"/>
              <a:ext cx="14947" cy="183875"/>
            </a:xfrm>
            <a:custGeom>
              <a:avLst/>
              <a:gdLst/>
              <a:ahLst/>
              <a:cxnLst/>
              <a:rect l="l" t="t" r="r" b="b"/>
              <a:pathLst>
                <a:path w="199" h="2448" extrusionOk="0">
                  <a:moveTo>
                    <a:pt x="0" y="0"/>
                  </a:moveTo>
                  <a:lnTo>
                    <a:pt x="0" y="2448"/>
                  </a:lnTo>
                  <a:lnTo>
                    <a:pt x="199" y="2448"/>
                  </a:lnTo>
                  <a:lnTo>
                    <a:pt x="199" y="0"/>
                  </a:lnTo>
                  <a:close/>
                </a:path>
              </a:pathLst>
            </a:custGeom>
            <a:solidFill>
              <a:srgbClr val="8997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88;p15"/>
            <p:cNvSpPr/>
            <p:nvPr/>
          </p:nvSpPr>
          <p:spPr>
            <a:xfrm>
              <a:off x="1154055" y="3520187"/>
              <a:ext cx="14947" cy="183875"/>
            </a:xfrm>
            <a:custGeom>
              <a:avLst/>
              <a:gdLst/>
              <a:ahLst/>
              <a:cxnLst/>
              <a:rect l="l" t="t" r="r" b="b"/>
              <a:pathLst>
                <a:path w="199" h="2448" extrusionOk="0">
                  <a:moveTo>
                    <a:pt x="0" y="0"/>
                  </a:moveTo>
                  <a:lnTo>
                    <a:pt x="0" y="2448"/>
                  </a:lnTo>
                  <a:lnTo>
                    <a:pt x="199" y="2448"/>
                  </a:lnTo>
                  <a:lnTo>
                    <a:pt x="199" y="0"/>
                  </a:lnTo>
                  <a:close/>
                </a:path>
              </a:pathLst>
            </a:custGeom>
            <a:solidFill>
              <a:srgbClr val="8997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p15"/>
            <p:cNvSpPr/>
            <p:nvPr/>
          </p:nvSpPr>
          <p:spPr>
            <a:xfrm>
              <a:off x="1449174" y="3520187"/>
              <a:ext cx="14872" cy="183875"/>
            </a:xfrm>
            <a:custGeom>
              <a:avLst/>
              <a:gdLst/>
              <a:ahLst/>
              <a:cxnLst/>
              <a:rect l="l" t="t" r="r" b="b"/>
              <a:pathLst>
                <a:path w="198" h="2448" extrusionOk="0">
                  <a:moveTo>
                    <a:pt x="0" y="0"/>
                  </a:moveTo>
                  <a:lnTo>
                    <a:pt x="0" y="2448"/>
                  </a:lnTo>
                  <a:lnTo>
                    <a:pt x="198" y="2448"/>
                  </a:lnTo>
                  <a:lnTo>
                    <a:pt x="198" y="0"/>
                  </a:lnTo>
                  <a:close/>
                </a:path>
              </a:pathLst>
            </a:custGeom>
            <a:solidFill>
              <a:srgbClr val="8997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15"/>
            <p:cNvSpPr/>
            <p:nvPr/>
          </p:nvSpPr>
          <p:spPr>
            <a:xfrm>
              <a:off x="1744294" y="3520187"/>
              <a:ext cx="14947" cy="183875"/>
            </a:xfrm>
            <a:custGeom>
              <a:avLst/>
              <a:gdLst/>
              <a:ahLst/>
              <a:cxnLst/>
              <a:rect l="l" t="t" r="r" b="b"/>
              <a:pathLst>
                <a:path w="199" h="2448" extrusionOk="0">
                  <a:moveTo>
                    <a:pt x="0" y="0"/>
                  </a:moveTo>
                  <a:lnTo>
                    <a:pt x="0" y="2448"/>
                  </a:lnTo>
                  <a:lnTo>
                    <a:pt x="199" y="2448"/>
                  </a:lnTo>
                  <a:lnTo>
                    <a:pt x="199" y="0"/>
                  </a:lnTo>
                  <a:close/>
                </a:path>
              </a:pathLst>
            </a:custGeom>
            <a:solidFill>
              <a:srgbClr val="8997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15"/>
            <p:cNvSpPr/>
            <p:nvPr/>
          </p:nvSpPr>
          <p:spPr>
            <a:xfrm>
              <a:off x="2039413" y="3520187"/>
              <a:ext cx="14947" cy="183875"/>
            </a:xfrm>
            <a:custGeom>
              <a:avLst/>
              <a:gdLst/>
              <a:ahLst/>
              <a:cxnLst/>
              <a:rect l="l" t="t" r="r" b="b"/>
              <a:pathLst>
                <a:path w="199" h="2448" extrusionOk="0">
                  <a:moveTo>
                    <a:pt x="0" y="0"/>
                  </a:moveTo>
                  <a:lnTo>
                    <a:pt x="0" y="2448"/>
                  </a:lnTo>
                  <a:lnTo>
                    <a:pt x="199" y="2448"/>
                  </a:lnTo>
                  <a:lnTo>
                    <a:pt x="199" y="0"/>
                  </a:lnTo>
                  <a:close/>
                </a:path>
              </a:pathLst>
            </a:custGeom>
            <a:solidFill>
              <a:srgbClr val="8997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15"/>
            <p:cNvSpPr/>
            <p:nvPr/>
          </p:nvSpPr>
          <p:spPr>
            <a:xfrm>
              <a:off x="2334533" y="3520187"/>
              <a:ext cx="14872" cy="183875"/>
            </a:xfrm>
            <a:custGeom>
              <a:avLst/>
              <a:gdLst/>
              <a:ahLst/>
              <a:cxnLst/>
              <a:rect l="l" t="t" r="r" b="b"/>
              <a:pathLst>
                <a:path w="198" h="2448" extrusionOk="0">
                  <a:moveTo>
                    <a:pt x="0" y="0"/>
                  </a:moveTo>
                  <a:lnTo>
                    <a:pt x="0" y="2448"/>
                  </a:lnTo>
                  <a:lnTo>
                    <a:pt x="198" y="2448"/>
                  </a:lnTo>
                  <a:lnTo>
                    <a:pt x="198" y="0"/>
                  </a:lnTo>
                  <a:close/>
                </a:path>
              </a:pathLst>
            </a:custGeom>
            <a:solidFill>
              <a:srgbClr val="8997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293;p15"/>
            <p:cNvSpPr/>
            <p:nvPr/>
          </p:nvSpPr>
          <p:spPr>
            <a:xfrm>
              <a:off x="2629652" y="3520187"/>
              <a:ext cx="14872" cy="183875"/>
            </a:xfrm>
            <a:custGeom>
              <a:avLst/>
              <a:gdLst/>
              <a:ahLst/>
              <a:cxnLst/>
              <a:rect l="l" t="t" r="r" b="b"/>
              <a:pathLst>
                <a:path w="198" h="2448" extrusionOk="0">
                  <a:moveTo>
                    <a:pt x="0" y="0"/>
                  </a:moveTo>
                  <a:lnTo>
                    <a:pt x="0" y="2448"/>
                  </a:lnTo>
                  <a:lnTo>
                    <a:pt x="198" y="2448"/>
                  </a:lnTo>
                  <a:lnTo>
                    <a:pt x="198" y="0"/>
                  </a:lnTo>
                  <a:close/>
                </a:path>
              </a:pathLst>
            </a:custGeom>
            <a:solidFill>
              <a:srgbClr val="8997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294;p15"/>
            <p:cNvSpPr/>
            <p:nvPr/>
          </p:nvSpPr>
          <p:spPr>
            <a:xfrm>
              <a:off x="2924772" y="3520187"/>
              <a:ext cx="14947" cy="183875"/>
            </a:xfrm>
            <a:custGeom>
              <a:avLst/>
              <a:gdLst/>
              <a:ahLst/>
              <a:cxnLst/>
              <a:rect l="l" t="t" r="r" b="b"/>
              <a:pathLst>
                <a:path w="199" h="2448" extrusionOk="0">
                  <a:moveTo>
                    <a:pt x="0" y="0"/>
                  </a:moveTo>
                  <a:lnTo>
                    <a:pt x="0" y="2448"/>
                  </a:lnTo>
                  <a:lnTo>
                    <a:pt x="199" y="2448"/>
                  </a:lnTo>
                  <a:lnTo>
                    <a:pt x="199" y="0"/>
                  </a:lnTo>
                  <a:close/>
                </a:path>
              </a:pathLst>
            </a:custGeom>
            <a:solidFill>
              <a:srgbClr val="8997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295;p15"/>
            <p:cNvSpPr/>
            <p:nvPr/>
          </p:nvSpPr>
          <p:spPr>
            <a:xfrm>
              <a:off x="3219891" y="3520187"/>
              <a:ext cx="14947" cy="183875"/>
            </a:xfrm>
            <a:custGeom>
              <a:avLst/>
              <a:gdLst/>
              <a:ahLst/>
              <a:cxnLst/>
              <a:rect l="l" t="t" r="r" b="b"/>
              <a:pathLst>
                <a:path w="199" h="2448" extrusionOk="0">
                  <a:moveTo>
                    <a:pt x="0" y="0"/>
                  </a:moveTo>
                  <a:lnTo>
                    <a:pt x="0" y="2448"/>
                  </a:lnTo>
                  <a:lnTo>
                    <a:pt x="199" y="2448"/>
                  </a:lnTo>
                  <a:lnTo>
                    <a:pt x="199" y="0"/>
                  </a:lnTo>
                  <a:close/>
                </a:path>
              </a:pathLst>
            </a:custGeom>
            <a:solidFill>
              <a:srgbClr val="8997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296;p15"/>
            <p:cNvSpPr/>
            <p:nvPr/>
          </p:nvSpPr>
          <p:spPr>
            <a:xfrm>
              <a:off x="3515011" y="3520187"/>
              <a:ext cx="15022" cy="183875"/>
            </a:xfrm>
            <a:custGeom>
              <a:avLst/>
              <a:gdLst/>
              <a:ahLst/>
              <a:cxnLst/>
              <a:rect l="l" t="t" r="r" b="b"/>
              <a:pathLst>
                <a:path w="200" h="2448" extrusionOk="0">
                  <a:moveTo>
                    <a:pt x="1" y="0"/>
                  </a:moveTo>
                  <a:lnTo>
                    <a:pt x="1" y="2448"/>
                  </a:lnTo>
                  <a:lnTo>
                    <a:pt x="199" y="2448"/>
                  </a:lnTo>
                  <a:lnTo>
                    <a:pt x="199" y="0"/>
                  </a:lnTo>
                  <a:close/>
                </a:path>
              </a:pathLst>
            </a:custGeom>
            <a:solidFill>
              <a:srgbClr val="8997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15"/>
            <p:cNvSpPr/>
            <p:nvPr/>
          </p:nvSpPr>
          <p:spPr>
            <a:xfrm>
              <a:off x="3810130" y="3520187"/>
              <a:ext cx="14947" cy="183875"/>
            </a:xfrm>
            <a:custGeom>
              <a:avLst/>
              <a:gdLst/>
              <a:ahLst/>
              <a:cxnLst/>
              <a:rect l="l" t="t" r="r" b="b"/>
              <a:pathLst>
                <a:path w="199" h="2448" extrusionOk="0">
                  <a:moveTo>
                    <a:pt x="1" y="0"/>
                  </a:moveTo>
                  <a:lnTo>
                    <a:pt x="1" y="2448"/>
                  </a:lnTo>
                  <a:lnTo>
                    <a:pt x="198" y="2448"/>
                  </a:lnTo>
                  <a:lnTo>
                    <a:pt x="198" y="0"/>
                  </a:lnTo>
                  <a:close/>
                </a:path>
              </a:pathLst>
            </a:custGeom>
            <a:solidFill>
              <a:srgbClr val="8997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298;p15"/>
            <p:cNvSpPr/>
            <p:nvPr/>
          </p:nvSpPr>
          <p:spPr>
            <a:xfrm>
              <a:off x="4105249" y="3520187"/>
              <a:ext cx="14947" cy="183875"/>
            </a:xfrm>
            <a:custGeom>
              <a:avLst/>
              <a:gdLst/>
              <a:ahLst/>
              <a:cxnLst/>
              <a:rect l="l" t="t" r="r" b="b"/>
              <a:pathLst>
                <a:path w="199" h="2448" extrusionOk="0">
                  <a:moveTo>
                    <a:pt x="1" y="0"/>
                  </a:moveTo>
                  <a:lnTo>
                    <a:pt x="1" y="2448"/>
                  </a:lnTo>
                  <a:lnTo>
                    <a:pt x="198" y="2448"/>
                  </a:lnTo>
                  <a:lnTo>
                    <a:pt x="198" y="0"/>
                  </a:lnTo>
                  <a:close/>
                </a:path>
              </a:pathLst>
            </a:custGeom>
            <a:solidFill>
              <a:srgbClr val="8997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299;p15"/>
            <p:cNvSpPr/>
            <p:nvPr/>
          </p:nvSpPr>
          <p:spPr>
            <a:xfrm>
              <a:off x="1395468" y="3189844"/>
              <a:ext cx="663093" cy="43866"/>
            </a:xfrm>
            <a:custGeom>
              <a:avLst/>
              <a:gdLst/>
              <a:ahLst/>
              <a:cxnLst/>
              <a:rect l="l" t="t" r="r" b="b"/>
              <a:pathLst>
                <a:path w="8828" h="584" extrusionOk="0">
                  <a:moveTo>
                    <a:pt x="0" y="1"/>
                  </a:moveTo>
                  <a:lnTo>
                    <a:pt x="0" y="584"/>
                  </a:lnTo>
                  <a:lnTo>
                    <a:pt x="8827" y="584"/>
                  </a:lnTo>
                  <a:lnTo>
                    <a:pt x="882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15"/>
            <p:cNvSpPr/>
            <p:nvPr/>
          </p:nvSpPr>
          <p:spPr>
            <a:xfrm>
              <a:off x="3220717" y="3189844"/>
              <a:ext cx="663093" cy="43866"/>
            </a:xfrm>
            <a:custGeom>
              <a:avLst/>
              <a:gdLst/>
              <a:ahLst/>
              <a:cxnLst/>
              <a:rect l="l" t="t" r="r" b="b"/>
              <a:pathLst>
                <a:path w="8828" h="584" extrusionOk="0">
                  <a:moveTo>
                    <a:pt x="1" y="1"/>
                  </a:moveTo>
                  <a:lnTo>
                    <a:pt x="1" y="584"/>
                  </a:lnTo>
                  <a:lnTo>
                    <a:pt x="8828" y="584"/>
                  </a:lnTo>
                  <a:lnTo>
                    <a:pt x="882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15"/>
            <p:cNvSpPr/>
            <p:nvPr/>
          </p:nvSpPr>
          <p:spPr>
            <a:xfrm>
              <a:off x="2960826" y="1199747"/>
              <a:ext cx="435127" cy="247120"/>
            </a:xfrm>
            <a:custGeom>
              <a:avLst/>
              <a:gdLst/>
              <a:ahLst/>
              <a:cxnLst/>
              <a:rect l="l" t="t" r="r" b="b"/>
              <a:pathLst>
                <a:path w="5793" h="3290" extrusionOk="0">
                  <a:moveTo>
                    <a:pt x="3716" y="0"/>
                  </a:moveTo>
                  <a:cubicBezTo>
                    <a:pt x="3216" y="0"/>
                    <a:pt x="2783" y="281"/>
                    <a:pt x="2561" y="693"/>
                  </a:cubicBezTo>
                  <a:cubicBezTo>
                    <a:pt x="2454" y="651"/>
                    <a:pt x="2338" y="626"/>
                    <a:pt x="2216" y="626"/>
                  </a:cubicBezTo>
                  <a:cubicBezTo>
                    <a:pt x="1783" y="626"/>
                    <a:pt x="1418" y="916"/>
                    <a:pt x="1303" y="1312"/>
                  </a:cubicBezTo>
                  <a:cubicBezTo>
                    <a:pt x="1210" y="1283"/>
                    <a:pt x="1110" y="1268"/>
                    <a:pt x="1008" y="1268"/>
                  </a:cubicBezTo>
                  <a:cubicBezTo>
                    <a:pt x="452" y="1268"/>
                    <a:pt x="0" y="1720"/>
                    <a:pt x="2" y="2278"/>
                  </a:cubicBezTo>
                  <a:cubicBezTo>
                    <a:pt x="2" y="2836"/>
                    <a:pt x="453" y="3290"/>
                    <a:pt x="1009" y="3290"/>
                  </a:cubicBezTo>
                  <a:lnTo>
                    <a:pt x="4786" y="3290"/>
                  </a:lnTo>
                  <a:cubicBezTo>
                    <a:pt x="5341" y="3290"/>
                    <a:pt x="5793" y="2836"/>
                    <a:pt x="5793" y="2278"/>
                  </a:cubicBezTo>
                  <a:cubicBezTo>
                    <a:pt x="5793" y="1802"/>
                    <a:pt x="5465" y="1404"/>
                    <a:pt x="5024" y="1296"/>
                  </a:cubicBezTo>
                  <a:cubicBezTo>
                    <a:pt x="5015" y="579"/>
                    <a:pt x="4433" y="0"/>
                    <a:pt x="371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" name="CaixaDeTexto 3">
            <a:extLst>
              <a:ext uri="{FF2B5EF4-FFF2-40B4-BE49-F238E27FC236}">
                <a16:creationId xmlns:a16="http://schemas.microsoft.com/office/drawing/2014/main" id="{8A7A31FA-4345-A15C-0C61-A7496DC25FD8}"/>
              </a:ext>
            </a:extLst>
          </p:cNvPr>
          <p:cNvSpPr txBox="1"/>
          <p:nvPr/>
        </p:nvSpPr>
        <p:spPr>
          <a:xfrm>
            <a:off x="4522937" y="3406390"/>
            <a:ext cx="4016373" cy="116955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 rtl="0" fontAlgn="base">
              <a:lnSpc>
                <a:spcPct val="150000"/>
              </a:lnSpc>
            </a:pPr>
            <a:r>
              <a:rPr lang="pt-PT" sz="1200" b="0" i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Roboto"/>
                <a:ea typeface="Roboto"/>
                <a:cs typeface="Roboto"/>
              </a:rPr>
              <a:t>Mariana Ribeiro, </a:t>
            </a:r>
            <a:r>
              <a:rPr lang="pt-PT" sz="1200">
                <a:highlight>
                  <a:srgbClr val="FFFFFF"/>
                </a:highlight>
                <a:latin typeface="Roboto"/>
                <a:ea typeface="Roboto"/>
                <a:cs typeface="Roboto"/>
              </a:rPr>
              <a:t>pg54061</a:t>
            </a:r>
            <a:r>
              <a:rPr lang="pt-PT" sz="1200" b="0" i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Roboto"/>
                <a:ea typeface="Roboto"/>
                <a:cs typeface="Roboto"/>
              </a:rPr>
              <a:t>; </a:t>
            </a:r>
          </a:p>
          <a:p>
            <a:pPr algn="ctr" rtl="0" fontAlgn="base">
              <a:lnSpc>
                <a:spcPct val="150000"/>
              </a:lnSpc>
            </a:pPr>
            <a:r>
              <a:rPr lang="pt-PT" sz="12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Mariana Almeida, pg54062; </a:t>
            </a:r>
          </a:p>
          <a:p>
            <a:pPr algn="ctr" rtl="0" fontAlgn="base">
              <a:lnSpc>
                <a:spcPct val="150000"/>
              </a:lnSpc>
            </a:pPr>
            <a:r>
              <a:rPr lang="pt-PT" sz="12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Madalena Passos, pg54023; </a:t>
            </a:r>
          </a:p>
          <a:p>
            <a:pPr algn="ctr" rtl="0" fontAlgn="base">
              <a:lnSpc>
                <a:spcPct val="150000"/>
              </a:lnSpc>
            </a:pPr>
            <a:r>
              <a:rPr lang="pt-PT" sz="12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Mónica Martins, a95918. </a:t>
            </a:r>
          </a:p>
        </p:txBody>
      </p:sp>
      <p:sp>
        <p:nvSpPr>
          <p:cNvPr id="3" name="Marcador de Posição do Número do Diapositivo 2">
            <a:extLst>
              <a:ext uri="{FF2B5EF4-FFF2-40B4-BE49-F238E27FC236}">
                <a16:creationId xmlns:a16="http://schemas.microsoft.com/office/drawing/2014/main" id="{5FBEF5A5-089B-AFB0-B460-8890EB87C2B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/>
              <a:t>10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43615618"/>
      </p:ext>
    </p:extLst>
  </p:cSld>
  <p:clrMapOvr>
    <a:masterClrMapping/>
  </p:clrMapOvr>
</p:sld>
</file>

<file path=ppt/theme/theme1.xml><?xml version="1.0" encoding="utf-8"?>
<a:theme xmlns:a="http://schemas.openxmlformats.org/drawingml/2006/main" name="Hospital Infographics by Slides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2C4E93"/>
      </a:lt2>
      <a:accent1>
        <a:srgbClr val="3C7EC9"/>
      </a:accent1>
      <a:accent2>
        <a:srgbClr val="7DB9FD"/>
      </a:accent2>
      <a:accent3>
        <a:srgbClr val="0D7E7C"/>
      </a:accent3>
      <a:accent4>
        <a:srgbClr val="1CACA9"/>
      </a:accent4>
      <a:accent5>
        <a:srgbClr val="6ED3D2"/>
      </a:accent5>
      <a:accent6>
        <a:srgbClr val="6ED3D2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314</Words>
  <Application>Microsoft Office PowerPoint</Application>
  <PresentationFormat>Apresentação no Ecrã (16:9)</PresentationFormat>
  <Paragraphs>82</Paragraphs>
  <Slides>10</Slides>
  <Notes>10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10</vt:i4>
      </vt:variant>
    </vt:vector>
  </HeadingPairs>
  <TitlesOfParts>
    <vt:vector size="14" baseType="lpstr">
      <vt:lpstr>Fira Sans</vt:lpstr>
      <vt:lpstr>Arial</vt:lpstr>
      <vt:lpstr>Roboto</vt:lpstr>
      <vt:lpstr>Hospital Infographics by Slidesgo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Mariana Almeida</dc:creator>
  <cp:lastModifiedBy>Mariana de Almeida</cp:lastModifiedBy>
  <cp:revision>65</cp:revision>
  <dcterms:modified xsi:type="dcterms:W3CDTF">2024-06-11T13:15:20Z</dcterms:modified>
</cp:coreProperties>
</file>